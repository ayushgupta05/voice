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2574b6e1f2468d" /><Relationship Type="http://schemas.openxmlformats.org/officeDocument/2006/relationships/extended-properties" Target="/docProps/app.xml" Id="R136e517252cc4aff" /><Relationship Type="http://schemas.openxmlformats.org/officeDocument/2006/relationships/officeDocument" Target="/ppt/presentation.xml" Id="R9e83c613d65c4150" /></Relationships>
</file>

<file path=ppt/presentation.xml><?xml version="1.0" encoding="utf-8"?>
<p:presentation xmlns:p="http://schemas.openxmlformats.org/presentationml/2006/main">
  <p:sldMasterIdLst>
    <p:sldMasterId xmlns:r="http://schemas.openxmlformats.org/officeDocument/2006/relationships" id="2147483648" r:id="Rf73c2b21461d4ade"/>
  </p:sldMasterIdLst>
  <p:notesMasterIdLst>
    <p:notesMasterId xmlns:r="http://schemas.openxmlformats.org/officeDocument/2006/relationships" r:id="R8d254ed38d3b43be"/>
  </p:notesMasterIdLst>
  <p:sldIdLst>
    <p:sldId xmlns:r="http://schemas.openxmlformats.org/officeDocument/2006/relationships" id="256" r:id="Rf256dbb9d48d4c38"/>
    <p:sldId xmlns:r="http://schemas.openxmlformats.org/officeDocument/2006/relationships" id="257" r:id="Rea81d52d86fa4bcf"/>
    <p:sldId xmlns:r="http://schemas.openxmlformats.org/officeDocument/2006/relationships" id="258" r:id="Re6dcfd37acd545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aa6ca09d714aee" /><Relationship Type="http://schemas.openxmlformats.org/officeDocument/2006/relationships/slideMaster" Target="/ppt/slideMasters/slideMaster1.xml" Id="Rf73c2b21461d4ade" /><Relationship Type="http://schemas.openxmlformats.org/officeDocument/2006/relationships/notesMaster" Target="/ppt/notesMasters/notesMaster1.xml" Id="R8d254ed38d3b43be" /><Relationship Type="http://schemas.openxmlformats.org/officeDocument/2006/relationships/presProps" Target="/ppt/presProps.xml" Id="R5a64b08b02904588" /><Relationship Type="http://schemas.openxmlformats.org/officeDocument/2006/relationships/tableStyles" Target="/ppt/tableStyles.xml" Id="R471e4e981ef349fb" /><Relationship Type="http://schemas.openxmlformats.org/officeDocument/2006/relationships/slide" Target="/ppt/slides/slide1.xml" Id="Rf256dbb9d48d4c38" /><Relationship Type="http://schemas.openxmlformats.org/officeDocument/2006/relationships/slide" Target="/ppt/slides/slide2.xml" Id="Rea81d52d86fa4bcf" /><Relationship Type="http://schemas.openxmlformats.org/officeDocument/2006/relationships/slide" Target="/ppt/slides/slide3.xml" Id="Re6dcfd37acd545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fc884b7a0740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b0f49d2d8a4031" /><Relationship Type="http://schemas.openxmlformats.org/officeDocument/2006/relationships/notesMaster" Target="/ppt/notesMasters/notesMaster1.xml" Id="R9c60a1b7aeff4c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d31635ac024911" /><Relationship Type="http://schemas.openxmlformats.org/officeDocument/2006/relationships/notesMaster" Target="/ppt/notesMasters/notesMaster1.xml" Id="R0f4a257b946749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f9f84f2bd94cf3" /><Relationship Type="http://schemas.openxmlformats.org/officeDocument/2006/relationships/notesMaster" Target="/ppt/notesMasters/notesMaster1.xml" Id="R39251ed83dcc4e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from docs/PRODUCT.md: researchers already know their question but must learn the application interface or scripting language to carry it out. This is the project problem statement, not a measured finding from a user study. No time-saving or prevalence statistics are claimed.</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illustration based on docs/PRODUCT.md and the workflow refinements in README.md and docs/CAPABILITIES.md. These are example researcher requests, not quotations from a study. Menus, parameters and scripting are the project's identified interface friction. We have not measured task completion time or usability.</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description based on README.md, docs/CAPABILITIES.md and docs/qa/PENNY-VOICE-WORKFLOW.md as read 17 October 2026. Penny is a companion for the real Fiji and QuPath applications. It observes application context, performs supported operations and returns actual measured values. The real Fiji gateway correction workflow and synthetic audio through Transcribe/Fiji/Polly are documented separately from a fresh physical microphone/speaker check, which remains pending. This deck does not claim universal application coverage, scientific validity, measured time savings or universal undo. Example utterance is illustrative.</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06319e004f48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72e029051c49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4f01b5829248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be233b0e5d4e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e1d8c5d1714e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394ecccfd049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630480-90F8-44DA-84F4-B5387796BD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B07AC0A-D9BA-4B88-A9F6-3E026D93DF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273DE31-9071-4990-B42E-34154D6850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0A7308-FBF8-4C5F-977A-832456A7FC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E9D749-777E-4D5B-98F9-C00206B227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C6F168-7944-4C03-82BB-0E06A57F69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22FBC5-9EE4-4AE4-BBEB-459F325926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E2C9802-4964-4B68-84A0-11BDDE3445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ED0607-2F98-45F3-A818-1B3AD3FE02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AE2C45-6D91-4F7F-A050-127865CDF9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ec60d67ebd4ab0" /><Relationship Type="http://schemas.openxmlformats.org/officeDocument/2006/relationships/slideLayout" Target="/ppt/slideLayouts/slideLayout1.xml" Id="Re64c6970df2a4f01" /><Relationship Type="http://schemas.openxmlformats.org/officeDocument/2006/relationships/slideLayout" Target="/ppt/slideLayouts/slideLayout2.xml" Id="R19b6a1c58a8d4998" /><Relationship Type="http://schemas.openxmlformats.org/officeDocument/2006/relationships/slideLayout" Target="/ppt/slideLayouts/slideLayout3.xml" Id="R1689be3c2f744d82" /><Relationship Type="http://schemas.openxmlformats.org/officeDocument/2006/relationships/slideLayout" Target="/ppt/slideLayouts/slideLayout4.xml" Id="R7da3b3d5f45e4003" /><Relationship Type="http://schemas.openxmlformats.org/officeDocument/2006/relationships/slideLayout" Target="/ppt/slideLayouts/slideLayout5.xml" Id="R5a456dce04fd413e" /><Relationship Type="http://schemas.openxmlformats.org/officeDocument/2006/relationships/slideLayout" Target="/ppt/slideLayouts/slideLayout6.xml" Id="Rca9fe7c433a24a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c6970df2a4f01"/>
    <p:sldLayoutId xmlns:r="http://schemas.openxmlformats.org/officeDocument/2006/relationships" id="2147483650" r:id="R19b6a1c58a8d4998"/>
    <p:sldLayoutId xmlns:r="http://schemas.openxmlformats.org/officeDocument/2006/relationships" id="2147483651" r:id="R1689be3c2f744d82"/>
    <p:sldLayoutId xmlns:r="http://schemas.openxmlformats.org/officeDocument/2006/relationships" id="2147483652" r:id="R7da3b3d5f45e4003"/>
    <p:sldLayoutId xmlns:r="http://schemas.openxmlformats.org/officeDocument/2006/relationships" id="2147483653" r:id="R5a456dce04fd413e"/>
    <p:sldLayoutId xmlns:r="http://schemas.openxmlformats.org/officeDocument/2006/relationships" id="2147483654" r:id="Rca9fe7c433a24a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3b11b60e3545df" /><Relationship Type="http://schemas.openxmlformats.org/officeDocument/2006/relationships/image" Target="/ppt/media/image.png" Id="R6ab622598803416c" /><Relationship Type="http://schemas.openxmlformats.org/officeDocument/2006/relationships/notesSlide" Target="/ppt/notesSlides/notesSlide1.xml" Id="R2be927f7bbb847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df0560ee5843a5" /><Relationship Type="http://schemas.openxmlformats.org/officeDocument/2006/relationships/image" Target="/ppt/media/image2.png" Id="Rb552644d170f4d5f" /><Relationship Type="http://schemas.openxmlformats.org/officeDocument/2006/relationships/notesSlide" Target="/ppt/notesSlides/notesSlide2.xml" Id="R88840df8899647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b4cb3989d845e6" /><Relationship Type="http://schemas.openxmlformats.org/officeDocument/2006/relationships/image" Target="/ppt/media/image3.png" Id="R2793e82b92724562" /><Relationship Type="http://schemas.openxmlformats.org/officeDocument/2006/relationships/notesSlide" Target="/ppt/notesSlides/notesSlide3.xml" Id="R276d0e20082142a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5983F08-FF9E-4832-B758-47EF308D37E0}"/>
              </a:ext>
            </a:extLst>
          </p:cNvPr>
          <p:cNvPicPr>
            <a:picLocks xmlns:a="http://schemas.openxmlformats.org/drawingml/2006/main" noChangeAspect="1"/>
          </p:cNvPicPr>
          <p:nvPr/>
        </p:nvPicPr>
        <p:blipFill>
          <a:blip xmlns:r="http://schemas.openxmlformats.org/officeDocument/2006/relationships" xmlns:a="http://schemas.openxmlformats.org/drawingml/2006/main" r:embed="R6ab622598803416c"/>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1F42A2-61A7-4B8C-94B4-279BEEB76226}"/>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5E6C9BDA-587A-451D-8B8C-9DACB5306919}"/>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4907E87-43A6-4DFD-AF04-249D1DE00A90}"/>
              </a:ext>
            </a:extLst>
          </p:cNvPr>
          <p:cNvSpPr>
            <a:spLocks xmlns:a="http://schemas.openxmlformats.org/drawingml/2006/main" noGrp="1"/>
          </p:cNvSpPr>
          <p:nvPr/>
        </p:nvSpPr>
        <p:spPr>
          <a:xfrm xmlns:a="http://schemas.openxmlformats.org/drawingml/2006/main">
            <a:off x="685800" y="1600200"/>
            <a:ext cx="9906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700" b="1">
                <a:solidFill>
                  <a:srgbClr val="102B25"/>
                </a:solidFill>
                <a:latin typeface="Arial"/>
                <a:ea typeface="Arial"/>
                <a:cs typeface="Arial"/>
              </a:defRPr>
            </a:defPPr>
            <a:lvl1pPr>
              <a:defRPr sz="5700" b="1">
                <a:solidFill>
                  <a:srgbClr val="102B25"/>
                </a:solidFill>
                <a:latin typeface="Arial"/>
                <a:ea typeface="Arial"/>
                <a:cs typeface="Arial"/>
              </a:defRPr>
            </a:lvl1pPr>
            <a:lvl2pPr>
              <a:defRPr sz="5700" b="1">
                <a:solidFill>
                  <a:srgbClr val="102B25"/>
                </a:solidFill>
                <a:latin typeface="Arial"/>
                <a:ea typeface="Arial"/>
                <a:cs typeface="Arial"/>
              </a:defRPr>
            </a:lvl2pPr>
            <a:lvl3pPr>
              <a:defRPr sz="5700" b="1">
                <a:solidFill>
                  <a:srgbClr val="102B25"/>
                </a:solidFill>
                <a:latin typeface="Arial"/>
                <a:ea typeface="Arial"/>
                <a:cs typeface="Arial"/>
              </a:defRPr>
            </a:lvl3pPr>
            <a:lvl4pPr>
              <a:defRPr sz="5700" b="1">
                <a:solidFill>
                  <a:srgbClr val="102B25"/>
                </a:solidFill>
                <a:latin typeface="Arial"/>
                <a:ea typeface="Arial"/>
                <a:cs typeface="Arial"/>
              </a:defRPr>
            </a:lvl4pPr>
            <a:lvl5pPr>
              <a:defRPr sz="5700" b="1">
                <a:solidFill>
                  <a:srgbClr val="102B25"/>
                </a:solidFill>
                <a:latin typeface="Arial"/>
                <a:ea typeface="Arial"/>
                <a:cs typeface="Arial"/>
              </a:defRPr>
            </a:lvl5pPr>
            <a:lvl6pPr>
              <a:defRPr sz="5700" b="1">
                <a:solidFill>
                  <a:srgbClr val="102B25"/>
                </a:solidFill>
                <a:latin typeface="Arial"/>
                <a:ea typeface="Arial"/>
                <a:cs typeface="Arial"/>
              </a:defRPr>
            </a:lvl6pPr>
            <a:lvl7pPr>
              <a:defRPr sz="5700" b="1">
                <a:solidFill>
                  <a:srgbClr val="102B25"/>
                </a:solidFill>
                <a:latin typeface="Arial"/>
                <a:ea typeface="Arial"/>
                <a:cs typeface="Arial"/>
              </a:defRPr>
            </a:lvl7pPr>
            <a:lvl8pPr>
              <a:defRPr sz="5700" b="1">
                <a:solidFill>
                  <a:srgbClr val="102B25"/>
                </a:solidFill>
                <a:latin typeface="Arial"/>
                <a:ea typeface="Arial"/>
                <a:cs typeface="Arial"/>
              </a:defRPr>
            </a:lvl8pPr>
            <a:lvl9pPr>
              <a:defRPr sz="5700" b="1">
                <a:solidFill>
                  <a:srgbClr val="102B25"/>
                </a:solidFill>
                <a:latin typeface="Arial"/>
                <a:ea typeface="Arial"/>
                <a:cs typeface="Arial"/>
              </a:defRPr>
            </a:lvl9pPr>
          </a:lstStyle>
          <a:p xmlns:a="http://schemas.openxmlformats.org/drawingml/2006/main">
            <a:pPr>
              <a:defRPr sz="5700" b="1">
                <a:solidFill>
                  <a:srgbClr val="102B25"/>
                </a:solidFill>
                <a:latin typeface="Arial"/>
                <a:ea typeface="Arial"/>
                <a:cs typeface="Arial"/>
              </a:defRPr>
            </a:pPr>
            <a:r>
              <a:rPr sz="5700" b="1">
                <a:solidFill>
                  <a:srgbClr val="102B25"/>
                </a:solidFill>
                <a:latin typeface="Arial"/>
                <a:ea typeface="Arial"/>
                <a:cs typeface="Arial"/>
              </a:rPr>
              <a:t>Researchers know</a:t>
            </a:r>
          </a:p>
          <a:p xmlns:a="http://schemas.openxmlformats.org/drawingml/2006/main">
            <a:pPr>
              <a:defRPr sz="5700" b="1">
                <a:solidFill>
                  <a:srgbClr val="102B25"/>
                </a:solidFill>
                <a:latin typeface="Arial"/>
                <a:ea typeface="Arial"/>
                <a:cs typeface="Arial"/>
              </a:defRPr>
            </a:pPr>
            <a:r>
              <a:rPr sz="5700" b="1">
                <a:solidFill>
                  <a:srgbClr val="102B25"/>
                </a:solidFill>
                <a:latin typeface="Arial"/>
                <a:ea typeface="Arial"/>
                <a:cs typeface="Arial"/>
              </a:rPr>
              <a:t>the question</a:t>
            </a:r>
          </a:p>
        </p:txBody>
      </p:sp>
      <p:sp>
        <p:nvSpPr>
          <p:cNvPr id="5" name="">
            <a:extLst xmlns:a="http://schemas.openxmlformats.org/drawingml/2006/main">
              <a:ext uri="{FF2B5EF4-FFF2-40B4-BE49-F238E27FC236}">
                <a16:creationId xmlns:a16="http://schemas.microsoft.com/office/drawing/2014/main" id="{FD8944D1-EC77-45F0-8F49-7184CC389275}"/>
              </a:ext>
            </a:extLst>
          </p:cNvPr>
          <p:cNvSpPr>
            <a:spLocks xmlns:a="http://schemas.openxmlformats.org/drawingml/2006/main" noGrp="1"/>
          </p:cNvSpPr>
          <p:nvPr/>
        </p:nvSpPr>
        <p:spPr>
          <a:xfrm xmlns:a="http://schemas.openxmlformats.org/drawingml/2006/main">
            <a:off x="723900" y="3771900"/>
            <a:ext cx="962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35594E"/>
                </a:solidFill>
                <a:latin typeface="Arial"/>
                <a:ea typeface="Arial"/>
                <a:cs typeface="Arial"/>
              </a:defRPr>
            </a:defPPr>
            <a:lvl1pPr>
              <a:defRPr sz="2850" b="0">
                <a:solidFill>
                  <a:srgbClr val="35594E"/>
                </a:solidFill>
                <a:latin typeface="Arial"/>
                <a:ea typeface="Arial"/>
                <a:cs typeface="Arial"/>
              </a:defRPr>
            </a:lvl1pPr>
            <a:lvl2pPr>
              <a:defRPr sz="2850" b="0">
                <a:solidFill>
                  <a:srgbClr val="35594E"/>
                </a:solidFill>
                <a:latin typeface="Arial"/>
                <a:ea typeface="Arial"/>
                <a:cs typeface="Arial"/>
              </a:defRPr>
            </a:lvl2pPr>
            <a:lvl3pPr>
              <a:defRPr sz="2850" b="0">
                <a:solidFill>
                  <a:srgbClr val="35594E"/>
                </a:solidFill>
                <a:latin typeface="Arial"/>
                <a:ea typeface="Arial"/>
                <a:cs typeface="Arial"/>
              </a:defRPr>
            </a:lvl3pPr>
            <a:lvl4pPr>
              <a:defRPr sz="2850" b="0">
                <a:solidFill>
                  <a:srgbClr val="35594E"/>
                </a:solidFill>
                <a:latin typeface="Arial"/>
                <a:ea typeface="Arial"/>
                <a:cs typeface="Arial"/>
              </a:defRPr>
            </a:lvl4pPr>
            <a:lvl5pPr>
              <a:defRPr sz="2850" b="0">
                <a:solidFill>
                  <a:srgbClr val="35594E"/>
                </a:solidFill>
                <a:latin typeface="Arial"/>
                <a:ea typeface="Arial"/>
                <a:cs typeface="Arial"/>
              </a:defRPr>
            </a:lvl5pPr>
            <a:lvl6pPr>
              <a:defRPr sz="2850" b="0">
                <a:solidFill>
                  <a:srgbClr val="35594E"/>
                </a:solidFill>
                <a:latin typeface="Arial"/>
                <a:ea typeface="Arial"/>
                <a:cs typeface="Arial"/>
              </a:defRPr>
            </a:lvl6pPr>
            <a:lvl7pPr>
              <a:defRPr sz="2850" b="0">
                <a:solidFill>
                  <a:srgbClr val="35594E"/>
                </a:solidFill>
                <a:latin typeface="Arial"/>
                <a:ea typeface="Arial"/>
                <a:cs typeface="Arial"/>
              </a:defRPr>
            </a:lvl7pPr>
            <a:lvl8pPr>
              <a:defRPr sz="2850" b="0">
                <a:solidFill>
                  <a:srgbClr val="35594E"/>
                </a:solidFill>
                <a:latin typeface="Arial"/>
                <a:ea typeface="Arial"/>
                <a:cs typeface="Arial"/>
              </a:defRPr>
            </a:lvl8pPr>
            <a:lvl9pPr>
              <a:defRPr sz="2850" b="0">
                <a:solidFill>
                  <a:srgbClr val="35594E"/>
                </a:solidFill>
                <a:latin typeface="Arial"/>
                <a:ea typeface="Arial"/>
                <a:cs typeface="Arial"/>
              </a:defRPr>
            </a:lvl9pPr>
          </a:lstStyle>
          <a:p xmlns:a="http://schemas.openxmlformats.org/drawingml/2006/main">
            <a:pPr>
              <a:defRPr sz="2850" b="0">
                <a:solidFill>
                  <a:srgbClr val="35594E"/>
                </a:solidFill>
                <a:latin typeface="Arial"/>
                <a:ea typeface="Arial"/>
                <a:cs typeface="Arial"/>
              </a:defRPr>
            </a:pPr>
            <a:r>
              <a:rPr sz="2850" b="0">
                <a:solidFill>
                  <a:srgbClr val="35594E"/>
                </a:solidFill>
                <a:latin typeface="Arial"/>
                <a:ea typeface="Arial"/>
                <a:cs typeface="Arial"/>
              </a:rPr>
              <a:t>Scientific software still asks them</a:t>
            </a:r>
          </a:p>
          <a:p xmlns:a="http://schemas.openxmlformats.org/drawingml/2006/main">
            <a:pPr>
              <a:defRPr sz="2850" b="0">
                <a:solidFill>
                  <a:srgbClr val="35594E"/>
                </a:solidFill>
                <a:latin typeface="Arial"/>
                <a:ea typeface="Arial"/>
                <a:cs typeface="Arial"/>
              </a:defRPr>
            </a:pPr>
            <a:r>
              <a:rPr sz="2850" b="0">
                <a:solidFill>
                  <a:srgbClr val="35594E"/>
                </a:solidFill>
                <a:latin typeface="Arial"/>
                <a:ea typeface="Arial"/>
                <a:cs typeface="Arial"/>
              </a:rPr>
              <a:t>to learn its interface.</a:t>
            </a:r>
          </a:p>
        </p:txBody>
      </p:sp>
      <p:sp>
        <p:nvSpPr>
          <p:cNvPr id="6" name="">
            <a:extLst xmlns:a="http://schemas.openxmlformats.org/drawingml/2006/main">
              <a:ext uri="{FF2B5EF4-FFF2-40B4-BE49-F238E27FC236}">
                <a16:creationId xmlns:a16="http://schemas.microsoft.com/office/drawing/2014/main" id="{ABDBFEF9-5CB8-46F5-BA65-311F0207DE74}"/>
              </a:ext>
            </a:extLst>
          </p:cNvPr>
          <p:cNvSpPr>
            <a:spLocks xmlns:a="http://schemas.openxmlformats.org/drawingml/2006/main" noGrp="1"/>
          </p:cNvSpPr>
          <p:nvPr/>
        </p:nvSpPr>
        <p:spPr>
          <a:xfrm xmlns:a="http://schemas.openxmlformats.org/drawingml/2006/main">
            <a:off x="723900" y="5838825"/>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4F40"/>
                </a:solidFill>
                <a:latin typeface="Arial"/>
                <a:ea typeface="Arial"/>
                <a:cs typeface="Arial"/>
              </a:defRPr>
            </a:defPPr>
            <a:lvl1pPr>
              <a:defRPr sz="1875" b="0">
                <a:solidFill>
                  <a:srgbClr val="184F40"/>
                </a:solidFill>
                <a:latin typeface="Arial"/>
                <a:ea typeface="Arial"/>
                <a:cs typeface="Arial"/>
              </a:defRPr>
            </a:lvl1pPr>
            <a:lvl2pPr>
              <a:defRPr sz="1875" b="0">
                <a:solidFill>
                  <a:srgbClr val="184F40"/>
                </a:solidFill>
                <a:latin typeface="Arial"/>
                <a:ea typeface="Arial"/>
                <a:cs typeface="Arial"/>
              </a:defRPr>
            </a:lvl2pPr>
            <a:lvl3pPr>
              <a:defRPr sz="1875" b="0">
                <a:solidFill>
                  <a:srgbClr val="184F40"/>
                </a:solidFill>
                <a:latin typeface="Arial"/>
                <a:ea typeface="Arial"/>
                <a:cs typeface="Arial"/>
              </a:defRPr>
            </a:lvl3pPr>
            <a:lvl4pPr>
              <a:defRPr sz="1875" b="0">
                <a:solidFill>
                  <a:srgbClr val="184F40"/>
                </a:solidFill>
                <a:latin typeface="Arial"/>
                <a:ea typeface="Arial"/>
                <a:cs typeface="Arial"/>
              </a:defRPr>
            </a:lvl4pPr>
            <a:lvl5pPr>
              <a:defRPr sz="1875" b="0">
                <a:solidFill>
                  <a:srgbClr val="184F40"/>
                </a:solidFill>
                <a:latin typeface="Arial"/>
                <a:ea typeface="Arial"/>
                <a:cs typeface="Arial"/>
              </a:defRPr>
            </a:lvl5pPr>
            <a:lvl6pPr>
              <a:defRPr sz="1875" b="0">
                <a:solidFill>
                  <a:srgbClr val="184F40"/>
                </a:solidFill>
                <a:latin typeface="Arial"/>
                <a:ea typeface="Arial"/>
                <a:cs typeface="Arial"/>
              </a:defRPr>
            </a:lvl6pPr>
            <a:lvl7pPr>
              <a:defRPr sz="1875" b="0">
                <a:solidFill>
                  <a:srgbClr val="184F40"/>
                </a:solidFill>
                <a:latin typeface="Arial"/>
                <a:ea typeface="Arial"/>
                <a:cs typeface="Arial"/>
              </a:defRPr>
            </a:lvl7pPr>
            <a:lvl8pPr>
              <a:defRPr sz="1875" b="0">
                <a:solidFill>
                  <a:srgbClr val="184F40"/>
                </a:solidFill>
                <a:latin typeface="Arial"/>
                <a:ea typeface="Arial"/>
                <a:cs typeface="Arial"/>
              </a:defRPr>
            </a:lvl8pPr>
            <a:lvl9pPr>
              <a:defRPr sz="1875" b="0">
                <a:solidFill>
                  <a:srgbClr val="184F40"/>
                </a:solidFill>
                <a:latin typeface="Arial"/>
                <a:ea typeface="Arial"/>
                <a:cs typeface="Arial"/>
              </a:defRPr>
            </a:lvl9pPr>
          </a:lstStyle>
          <a:p xmlns:a="http://schemas.openxmlformats.org/drawingml/2006/main">
            <a:pPr>
              <a:defRPr sz="1875" b="0">
                <a:solidFill>
                  <a:srgbClr val="184F40"/>
                </a:solidFill>
                <a:latin typeface="Arial"/>
                <a:ea typeface="Arial"/>
                <a:cs typeface="Arial"/>
              </a:defRPr>
            </a:pPr>
            <a:r>
              <a:rPr sz="1875" b="0">
                <a:solidFill>
                  <a:srgbClr val="184F40"/>
                </a:solidFill>
                <a:latin typeface="Arial"/>
                <a:ea typeface="Arial"/>
                <a:cs typeface="Arial"/>
              </a:rPr>
              <a:t>The gap between a question and an action</a:t>
            </a:r>
          </a:p>
        </p:txBody>
      </p:sp>
    </p:spTree>
    <p:extLst>
      <p:ext uri="{BB962C8B-B14F-4D97-AF65-F5344CB8AC3E}">
        <p14:creationId xmlns:p14="http://schemas.microsoft.com/office/powerpoint/2010/main" val="879532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658C323-1717-454A-8558-EEF111A9BFF2}"/>
              </a:ext>
            </a:extLst>
          </p:cNvPr>
          <p:cNvPicPr>
            <a:picLocks xmlns:a="http://schemas.openxmlformats.org/drawingml/2006/main" noChangeAspect="1"/>
          </p:cNvPicPr>
          <p:nvPr/>
        </p:nvPicPr>
        <p:blipFill>
          <a:blip xmlns:r="http://schemas.openxmlformats.org/officeDocument/2006/relationships" xmlns:a="http://schemas.openxmlformats.org/drawingml/2006/main" r:embed="Rb552644d170f4d5f"/>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658A8D-2E60-41C4-BE11-DFC4966AF7DF}"/>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8C669B0F-971D-4A01-897F-7A883A1B5003}"/>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BC8F986D-D827-4129-BCCD-9C1E46557D00}"/>
              </a:ext>
            </a:extLst>
          </p:cNvPr>
          <p:cNvSpPr>
            <a:spLocks xmlns:a="http://schemas.openxmlformats.org/drawingml/2006/main" noGrp="1"/>
          </p:cNvSpPr>
          <p:nvPr/>
        </p:nvSpPr>
        <p:spPr>
          <a:xfrm xmlns:a="http://schemas.openxmlformats.org/drawingml/2006/main">
            <a:off x="685800" y="1304925"/>
            <a:ext cx="10477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a:solidFill>
                  <a:srgbClr val="102B25"/>
                </a:solidFill>
                <a:latin typeface="Arial"/>
                <a:ea typeface="Arial"/>
                <a:cs typeface="Arial"/>
              </a:defRPr>
            </a:defPPr>
            <a:lvl1pPr>
              <a:defRPr sz="4350" b="1">
                <a:solidFill>
                  <a:srgbClr val="102B25"/>
                </a:solidFill>
                <a:latin typeface="Arial"/>
                <a:ea typeface="Arial"/>
                <a:cs typeface="Arial"/>
              </a:defRPr>
            </a:lvl1pPr>
            <a:lvl2pPr>
              <a:defRPr sz="4350" b="1">
                <a:solidFill>
                  <a:srgbClr val="102B25"/>
                </a:solidFill>
                <a:latin typeface="Arial"/>
                <a:ea typeface="Arial"/>
                <a:cs typeface="Arial"/>
              </a:defRPr>
            </a:lvl2pPr>
            <a:lvl3pPr>
              <a:defRPr sz="4350" b="1">
                <a:solidFill>
                  <a:srgbClr val="102B25"/>
                </a:solidFill>
                <a:latin typeface="Arial"/>
                <a:ea typeface="Arial"/>
                <a:cs typeface="Arial"/>
              </a:defRPr>
            </a:lvl3pPr>
            <a:lvl4pPr>
              <a:defRPr sz="4350" b="1">
                <a:solidFill>
                  <a:srgbClr val="102B25"/>
                </a:solidFill>
                <a:latin typeface="Arial"/>
                <a:ea typeface="Arial"/>
                <a:cs typeface="Arial"/>
              </a:defRPr>
            </a:lvl4pPr>
            <a:lvl5pPr>
              <a:defRPr sz="4350" b="1">
                <a:solidFill>
                  <a:srgbClr val="102B25"/>
                </a:solidFill>
                <a:latin typeface="Arial"/>
                <a:ea typeface="Arial"/>
                <a:cs typeface="Arial"/>
              </a:defRPr>
            </a:lvl5pPr>
            <a:lvl6pPr>
              <a:defRPr sz="4350" b="1">
                <a:solidFill>
                  <a:srgbClr val="102B25"/>
                </a:solidFill>
                <a:latin typeface="Arial"/>
                <a:ea typeface="Arial"/>
                <a:cs typeface="Arial"/>
              </a:defRPr>
            </a:lvl6pPr>
            <a:lvl7pPr>
              <a:defRPr sz="4350" b="1">
                <a:solidFill>
                  <a:srgbClr val="102B25"/>
                </a:solidFill>
                <a:latin typeface="Arial"/>
                <a:ea typeface="Arial"/>
                <a:cs typeface="Arial"/>
              </a:defRPr>
            </a:lvl7pPr>
            <a:lvl8pPr>
              <a:defRPr sz="4350" b="1">
                <a:solidFill>
                  <a:srgbClr val="102B25"/>
                </a:solidFill>
                <a:latin typeface="Arial"/>
                <a:ea typeface="Arial"/>
                <a:cs typeface="Arial"/>
              </a:defRPr>
            </a:lvl8pPr>
            <a:lvl9pPr>
              <a:defRPr sz="4350" b="1">
                <a:solidFill>
                  <a:srgbClr val="102B25"/>
                </a:solidFill>
                <a:latin typeface="Arial"/>
                <a:ea typeface="Arial"/>
                <a:cs typeface="Arial"/>
              </a:defRPr>
            </a:lvl9pPr>
          </a:lstStyle>
          <a:p xmlns:a="http://schemas.openxmlformats.org/drawingml/2006/main">
            <a:pPr>
              <a:defRPr sz="4350" b="1">
                <a:solidFill>
                  <a:srgbClr val="102B25"/>
                </a:solidFill>
                <a:latin typeface="Arial"/>
                <a:ea typeface="Arial"/>
                <a:cs typeface="Arial"/>
              </a:defRPr>
            </a:pPr>
            <a:r>
              <a:rPr sz="4350" b="1">
                <a:solidFill>
                  <a:srgbClr val="102B25"/>
                </a:solidFill>
                <a:latin typeface="Arial"/>
                <a:ea typeface="Arial"/>
                <a:cs typeface="Arial"/>
              </a:rPr>
              <a:t>Small changes can mean</a:t>
            </a:r>
          </a:p>
          <a:p xmlns:a="http://schemas.openxmlformats.org/drawingml/2006/main">
            <a:pPr>
              <a:defRPr sz="4350" b="1">
                <a:solidFill>
                  <a:srgbClr val="102B25"/>
                </a:solidFill>
                <a:latin typeface="Arial"/>
                <a:ea typeface="Arial"/>
                <a:cs typeface="Arial"/>
              </a:defRPr>
            </a:pPr>
            <a:r>
              <a:rPr sz="4350" b="1">
                <a:solidFill>
                  <a:srgbClr val="102B25"/>
                </a:solidFill>
                <a:latin typeface="Arial"/>
                <a:ea typeface="Arial"/>
                <a:cs typeface="Arial"/>
              </a:rPr>
              <a:t>another round of clicks</a:t>
            </a:r>
          </a:p>
        </p:txBody>
      </p:sp>
      <p:sp>
        <p:nvSpPr>
          <p:cNvPr id="5" name="">
            <a:extLst xmlns:a="http://schemas.openxmlformats.org/drawingml/2006/main">
              <a:ext uri="{FF2B5EF4-FFF2-40B4-BE49-F238E27FC236}">
                <a16:creationId xmlns:a16="http://schemas.microsoft.com/office/drawing/2014/main" id="{A96CB0E2-B174-43CE-B56D-B47C20E9AF77}"/>
              </a:ext>
            </a:extLst>
          </p:cNvPr>
          <p:cNvSpPr>
            <a:spLocks xmlns:a="http://schemas.openxmlformats.org/drawingml/2006/main" noGrp="1"/>
          </p:cNvSpPr>
          <p:nvPr/>
        </p:nvSpPr>
        <p:spPr>
          <a:xfrm xmlns:a="http://schemas.openxmlformats.org/drawingml/2006/main">
            <a:off x="723900" y="329565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1">
                <a:solidFill>
                  <a:srgbClr val="164C3C"/>
                </a:solidFill>
                <a:latin typeface="Arial"/>
                <a:ea typeface="Arial"/>
                <a:cs typeface="Arial"/>
              </a:defRPr>
            </a:defPPr>
            <a:lvl1pPr>
              <a:defRPr sz="2700" b="1">
                <a:solidFill>
                  <a:srgbClr val="164C3C"/>
                </a:solidFill>
                <a:latin typeface="Arial"/>
                <a:ea typeface="Arial"/>
                <a:cs typeface="Arial"/>
              </a:defRPr>
            </a:lvl1pPr>
            <a:lvl2pPr>
              <a:defRPr sz="2700" b="1">
                <a:solidFill>
                  <a:srgbClr val="164C3C"/>
                </a:solidFill>
                <a:latin typeface="Arial"/>
                <a:ea typeface="Arial"/>
                <a:cs typeface="Arial"/>
              </a:defRPr>
            </a:lvl2pPr>
            <a:lvl3pPr>
              <a:defRPr sz="2700" b="1">
                <a:solidFill>
                  <a:srgbClr val="164C3C"/>
                </a:solidFill>
                <a:latin typeface="Arial"/>
                <a:ea typeface="Arial"/>
                <a:cs typeface="Arial"/>
              </a:defRPr>
            </a:lvl3pPr>
            <a:lvl4pPr>
              <a:defRPr sz="2700" b="1">
                <a:solidFill>
                  <a:srgbClr val="164C3C"/>
                </a:solidFill>
                <a:latin typeface="Arial"/>
                <a:ea typeface="Arial"/>
                <a:cs typeface="Arial"/>
              </a:defRPr>
            </a:lvl4pPr>
            <a:lvl5pPr>
              <a:defRPr sz="2700" b="1">
                <a:solidFill>
                  <a:srgbClr val="164C3C"/>
                </a:solidFill>
                <a:latin typeface="Arial"/>
                <a:ea typeface="Arial"/>
                <a:cs typeface="Arial"/>
              </a:defRPr>
            </a:lvl5pPr>
            <a:lvl6pPr>
              <a:defRPr sz="2700" b="1">
                <a:solidFill>
                  <a:srgbClr val="164C3C"/>
                </a:solidFill>
                <a:latin typeface="Arial"/>
                <a:ea typeface="Arial"/>
                <a:cs typeface="Arial"/>
              </a:defRPr>
            </a:lvl6pPr>
            <a:lvl7pPr>
              <a:defRPr sz="2700" b="1">
                <a:solidFill>
                  <a:srgbClr val="164C3C"/>
                </a:solidFill>
                <a:latin typeface="Arial"/>
                <a:ea typeface="Arial"/>
                <a:cs typeface="Arial"/>
              </a:defRPr>
            </a:lvl7pPr>
            <a:lvl8pPr>
              <a:defRPr sz="2700" b="1">
                <a:solidFill>
                  <a:srgbClr val="164C3C"/>
                </a:solidFill>
                <a:latin typeface="Arial"/>
                <a:ea typeface="Arial"/>
                <a:cs typeface="Arial"/>
              </a:defRPr>
            </a:lvl8pPr>
            <a:lvl9pPr>
              <a:defRPr sz="2700" b="1">
                <a:solidFill>
                  <a:srgbClr val="164C3C"/>
                </a:solidFill>
                <a:latin typeface="Arial"/>
                <a:ea typeface="Arial"/>
                <a:cs typeface="Arial"/>
              </a:defRPr>
            </a:lvl9pPr>
          </a:lstStyle>
          <a:p xmlns:a="http://schemas.openxmlformats.org/drawingml/2006/main">
            <a:pPr>
              <a:defRPr sz="2700" b="1">
                <a:solidFill>
                  <a:srgbClr val="164C3C"/>
                </a:solidFill>
                <a:latin typeface="Arial"/>
                <a:ea typeface="Arial"/>
                <a:cs typeface="Arial"/>
              </a:defRPr>
            </a:pPr>
            <a:r>
              <a:rPr sz="2700" b="1">
                <a:solidFill>
                  <a:srgbClr val="164C3C"/>
                </a:solidFill>
                <a:latin typeface="Arial"/>
                <a:ea typeface="Arial"/>
                <a:cs typeface="Arial"/>
              </a:rPr>
              <a:t>“Count the cells.”</a:t>
            </a:r>
          </a:p>
        </p:txBody>
      </p:sp>
      <p:sp>
        <p:nvSpPr>
          <p:cNvPr id="6" name="">
            <a:extLst xmlns:a="http://schemas.openxmlformats.org/drawingml/2006/main">
              <a:ext uri="{FF2B5EF4-FFF2-40B4-BE49-F238E27FC236}">
                <a16:creationId xmlns:a16="http://schemas.microsoft.com/office/drawing/2014/main" id="{8474F9B7-8E4C-412B-BE08-00249BCAAA72}"/>
              </a:ext>
            </a:extLst>
          </p:cNvPr>
          <p:cNvSpPr>
            <a:spLocks xmlns:a="http://schemas.openxmlformats.org/drawingml/2006/main" noGrp="1"/>
          </p:cNvSpPr>
          <p:nvPr/>
        </p:nvSpPr>
        <p:spPr>
          <a:xfrm xmlns:a="http://schemas.openxmlformats.org/drawingml/2006/main">
            <a:off x="723900" y="3895725"/>
            <a:ext cx="1033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35594E"/>
                </a:solidFill>
                <a:latin typeface="Arial"/>
                <a:ea typeface="Arial"/>
                <a:cs typeface="Arial"/>
              </a:defRPr>
            </a:defPPr>
            <a:lvl1pPr>
              <a:defRPr sz="2025" b="0">
                <a:solidFill>
                  <a:srgbClr val="35594E"/>
                </a:solidFill>
                <a:latin typeface="Arial"/>
                <a:ea typeface="Arial"/>
                <a:cs typeface="Arial"/>
              </a:defRPr>
            </a:lvl1pPr>
            <a:lvl2pPr>
              <a:defRPr sz="2025" b="0">
                <a:solidFill>
                  <a:srgbClr val="35594E"/>
                </a:solidFill>
                <a:latin typeface="Arial"/>
                <a:ea typeface="Arial"/>
                <a:cs typeface="Arial"/>
              </a:defRPr>
            </a:lvl2pPr>
            <a:lvl3pPr>
              <a:defRPr sz="2025" b="0">
                <a:solidFill>
                  <a:srgbClr val="35594E"/>
                </a:solidFill>
                <a:latin typeface="Arial"/>
                <a:ea typeface="Arial"/>
                <a:cs typeface="Arial"/>
              </a:defRPr>
            </a:lvl3pPr>
            <a:lvl4pPr>
              <a:defRPr sz="2025" b="0">
                <a:solidFill>
                  <a:srgbClr val="35594E"/>
                </a:solidFill>
                <a:latin typeface="Arial"/>
                <a:ea typeface="Arial"/>
                <a:cs typeface="Arial"/>
              </a:defRPr>
            </a:lvl4pPr>
            <a:lvl5pPr>
              <a:defRPr sz="2025" b="0">
                <a:solidFill>
                  <a:srgbClr val="35594E"/>
                </a:solidFill>
                <a:latin typeface="Arial"/>
                <a:ea typeface="Arial"/>
                <a:cs typeface="Arial"/>
              </a:defRPr>
            </a:lvl5pPr>
            <a:lvl6pPr>
              <a:defRPr sz="2025" b="0">
                <a:solidFill>
                  <a:srgbClr val="35594E"/>
                </a:solidFill>
                <a:latin typeface="Arial"/>
                <a:ea typeface="Arial"/>
                <a:cs typeface="Arial"/>
              </a:defRPr>
            </a:lvl6pPr>
            <a:lvl7pPr>
              <a:defRPr sz="2025" b="0">
                <a:solidFill>
                  <a:srgbClr val="35594E"/>
                </a:solidFill>
                <a:latin typeface="Arial"/>
                <a:ea typeface="Arial"/>
                <a:cs typeface="Arial"/>
              </a:defRPr>
            </a:lvl7pPr>
            <a:lvl8pPr>
              <a:defRPr sz="2025" b="0">
                <a:solidFill>
                  <a:srgbClr val="35594E"/>
                </a:solidFill>
                <a:latin typeface="Arial"/>
                <a:ea typeface="Arial"/>
                <a:cs typeface="Arial"/>
              </a:defRPr>
            </a:lvl8pPr>
            <a:lvl9pPr>
              <a:defRPr sz="2025" b="0">
                <a:solidFill>
                  <a:srgbClr val="35594E"/>
                </a:solidFill>
                <a:latin typeface="Arial"/>
                <a:ea typeface="Arial"/>
                <a:cs typeface="Arial"/>
              </a:defRPr>
            </a:lvl9pPr>
          </a:lstStyle>
          <a:p xmlns:a="http://schemas.openxmlformats.org/drawingml/2006/main">
            <a:pPr>
              <a:defRPr sz="2025" b="0">
                <a:solidFill>
                  <a:srgbClr val="35594E"/>
                </a:solidFill>
                <a:latin typeface="Arial"/>
                <a:ea typeface="Arial"/>
                <a:cs typeface="Arial"/>
              </a:defRPr>
            </a:pPr>
            <a:r>
              <a:rPr sz="2025" b="0">
                <a:solidFill>
                  <a:srgbClr val="35594E"/>
                </a:solidFill>
                <a:latin typeface="Arial"/>
                <a:ea typeface="Arial"/>
                <a:cs typeface="Arial"/>
              </a:rPr>
              <a:t>Find the tool, choose settings, inspect the result.</a:t>
            </a:r>
          </a:p>
        </p:txBody>
      </p:sp>
      <p:sp>
        <p:nvSpPr>
          <p:cNvPr id="7" name="">
            <a:extLst xmlns:a="http://schemas.openxmlformats.org/drawingml/2006/main">
              <a:ext uri="{FF2B5EF4-FFF2-40B4-BE49-F238E27FC236}">
                <a16:creationId xmlns:a16="http://schemas.microsoft.com/office/drawing/2014/main" id="{856B2E73-E6F6-4283-B3A9-D600460D5130}"/>
              </a:ext>
            </a:extLst>
          </p:cNvPr>
          <p:cNvSpPr>
            <a:spLocks xmlns:a="http://schemas.openxmlformats.org/drawingml/2006/main" noGrp="1"/>
          </p:cNvSpPr>
          <p:nvPr/>
        </p:nvSpPr>
        <p:spPr>
          <a:xfrm xmlns:a="http://schemas.openxmlformats.org/drawingml/2006/main">
            <a:off x="723900" y="480060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1">
                <a:solidFill>
                  <a:srgbClr val="164C3C"/>
                </a:solidFill>
                <a:latin typeface="Arial"/>
                <a:ea typeface="Arial"/>
                <a:cs typeface="Arial"/>
              </a:defRPr>
            </a:defPPr>
            <a:lvl1pPr>
              <a:defRPr sz="2700" b="1">
                <a:solidFill>
                  <a:srgbClr val="164C3C"/>
                </a:solidFill>
                <a:latin typeface="Arial"/>
                <a:ea typeface="Arial"/>
                <a:cs typeface="Arial"/>
              </a:defRPr>
            </a:lvl1pPr>
            <a:lvl2pPr>
              <a:defRPr sz="2700" b="1">
                <a:solidFill>
                  <a:srgbClr val="164C3C"/>
                </a:solidFill>
                <a:latin typeface="Arial"/>
                <a:ea typeface="Arial"/>
                <a:cs typeface="Arial"/>
              </a:defRPr>
            </a:lvl2pPr>
            <a:lvl3pPr>
              <a:defRPr sz="2700" b="1">
                <a:solidFill>
                  <a:srgbClr val="164C3C"/>
                </a:solidFill>
                <a:latin typeface="Arial"/>
                <a:ea typeface="Arial"/>
                <a:cs typeface="Arial"/>
              </a:defRPr>
            </a:lvl3pPr>
            <a:lvl4pPr>
              <a:defRPr sz="2700" b="1">
                <a:solidFill>
                  <a:srgbClr val="164C3C"/>
                </a:solidFill>
                <a:latin typeface="Arial"/>
                <a:ea typeface="Arial"/>
                <a:cs typeface="Arial"/>
              </a:defRPr>
            </a:lvl4pPr>
            <a:lvl5pPr>
              <a:defRPr sz="2700" b="1">
                <a:solidFill>
                  <a:srgbClr val="164C3C"/>
                </a:solidFill>
                <a:latin typeface="Arial"/>
                <a:ea typeface="Arial"/>
                <a:cs typeface="Arial"/>
              </a:defRPr>
            </a:lvl5pPr>
            <a:lvl6pPr>
              <a:defRPr sz="2700" b="1">
                <a:solidFill>
                  <a:srgbClr val="164C3C"/>
                </a:solidFill>
                <a:latin typeface="Arial"/>
                <a:ea typeface="Arial"/>
                <a:cs typeface="Arial"/>
              </a:defRPr>
            </a:lvl6pPr>
            <a:lvl7pPr>
              <a:defRPr sz="2700" b="1">
                <a:solidFill>
                  <a:srgbClr val="164C3C"/>
                </a:solidFill>
                <a:latin typeface="Arial"/>
                <a:ea typeface="Arial"/>
                <a:cs typeface="Arial"/>
              </a:defRPr>
            </a:lvl7pPr>
            <a:lvl8pPr>
              <a:defRPr sz="2700" b="1">
                <a:solidFill>
                  <a:srgbClr val="164C3C"/>
                </a:solidFill>
                <a:latin typeface="Arial"/>
                <a:ea typeface="Arial"/>
                <a:cs typeface="Arial"/>
              </a:defRPr>
            </a:lvl8pPr>
            <a:lvl9pPr>
              <a:defRPr sz="2700" b="1">
                <a:solidFill>
                  <a:srgbClr val="164C3C"/>
                </a:solidFill>
                <a:latin typeface="Arial"/>
                <a:ea typeface="Arial"/>
                <a:cs typeface="Arial"/>
              </a:defRPr>
            </a:lvl9pPr>
          </a:lstStyle>
          <a:p xmlns:a="http://schemas.openxmlformats.org/drawingml/2006/main">
            <a:pPr>
              <a:defRPr sz="2700" b="1">
                <a:solidFill>
                  <a:srgbClr val="164C3C"/>
                </a:solidFill>
                <a:latin typeface="Arial"/>
                <a:ea typeface="Arial"/>
                <a:cs typeface="Arial"/>
              </a:defRPr>
            </a:pPr>
            <a:r>
              <a:rPr sz="2700" b="1">
                <a:solidFill>
                  <a:srgbClr val="164C3C"/>
                </a:solidFill>
                <a:latin typeface="Arial"/>
                <a:ea typeface="Arial"/>
                <a:cs typeface="Arial"/>
              </a:rPr>
              <a:t>“Make it stricter.”</a:t>
            </a:r>
          </a:p>
        </p:txBody>
      </p:sp>
      <p:sp>
        <p:nvSpPr>
          <p:cNvPr id="8" name="">
            <a:extLst xmlns:a="http://schemas.openxmlformats.org/drawingml/2006/main">
              <a:ext uri="{FF2B5EF4-FFF2-40B4-BE49-F238E27FC236}">
                <a16:creationId xmlns:a16="http://schemas.microsoft.com/office/drawing/2014/main" id="{F51D1273-7EE0-4AC5-A1CB-46D099749D48}"/>
              </a:ext>
            </a:extLst>
          </p:cNvPr>
          <p:cNvSpPr>
            <a:spLocks xmlns:a="http://schemas.openxmlformats.org/drawingml/2006/main" noGrp="1"/>
          </p:cNvSpPr>
          <p:nvPr/>
        </p:nvSpPr>
        <p:spPr>
          <a:xfrm xmlns:a="http://schemas.openxmlformats.org/drawingml/2006/main">
            <a:off x="723900" y="5400675"/>
            <a:ext cx="1033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35594E"/>
                </a:solidFill>
                <a:latin typeface="Arial"/>
                <a:ea typeface="Arial"/>
                <a:cs typeface="Arial"/>
              </a:defRPr>
            </a:defPPr>
            <a:lvl1pPr>
              <a:defRPr sz="2025" b="0">
                <a:solidFill>
                  <a:srgbClr val="35594E"/>
                </a:solidFill>
                <a:latin typeface="Arial"/>
                <a:ea typeface="Arial"/>
                <a:cs typeface="Arial"/>
              </a:defRPr>
            </a:lvl1pPr>
            <a:lvl2pPr>
              <a:defRPr sz="2025" b="0">
                <a:solidFill>
                  <a:srgbClr val="35594E"/>
                </a:solidFill>
                <a:latin typeface="Arial"/>
                <a:ea typeface="Arial"/>
                <a:cs typeface="Arial"/>
              </a:defRPr>
            </a:lvl2pPr>
            <a:lvl3pPr>
              <a:defRPr sz="2025" b="0">
                <a:solidFill>
                  <a:srgbClr val="35594E"/>
                </a:solidFill>
                <a:latin typeface="Arial"/>
                <a:ea typeface="Arial"/>
                <a:cs typeface="Arial"/>
              </a:defRPr>
            </a:lvl3pPr>
            <a:lvl4pPr>
              <a:defRPr sz="2025" b="0">
                <a:solidFill>
                  <a:srgbClr val="35594E"/>
                </a:solidFill>
                <a:latin typeface="Arial"/>
                <a:ea typeface="Arial"/>
                <a:cs typeface="Arial"/>
              </a:defRPr>
            </a:lvl4pPr>
            <a:lvl5pPr>
              <a:defRPr sz="2025" b="0">
                <a:solidFill>
                  <a:srgbClr val="35594E"/>
                </a:solidFill>
                <a:latin typeface="Arial"/>
                <a:ea typeface="Arial"/>
                <a:cs typeface="Arial"/>
              </a:defRPr>
            </a:lvl5pPr>
            <a:lvl6pPr>
              <a:defRPr sz="2025" b="0">
                <a:solidFill>
                  <a:srgbClr val="35594E"/>
                </a:solidFill>
                <a:latin typeface="Arial"/>
                <a:ea typeface="Arial"/>
                <a:cs typeface="Arial"/>
              </a:defRPr>
            </a:lvl6pPr>
            <a:lvl7pPr>
              <a:defRPr sz="2025" b="0">
                <a:solidFill>
                  <a:srgbClr val="35594E"/>
                </a:solidFill>
                <a:latin typeface="Arial"/>
                <a:ea typeface="Arial"/>
                <a:cs typeface="Arial"/>
              </a:defRPr>
            </a:lvl7pPr>
            <a:lvl8pPr>
              <a:defRPr sz="2025" b="0">
                <a:solidFill>
                  <a:srgbClr val="35594E"/>
                </a:solidFill>
                <a:latin typeface="Arial"/>
                <a:ea typeface="Arial"/>
                <a:cs typeface="Arial"/>
              </a:defRPr>
            </a:lvl8pPr>
            <a:lvl9pPr>
              <a:defRPr sz="2025" b="0">
                <a:solidFill>
                  <a:srgbClr val="35594E"/>
                </a:solidFill>
                <a:latin typeface="Arial"/>
                <a:ea typeface="Arial"/>
                <a:cs typeface="Arial"/>
              </a:defRPr>
            </a:lvl9pPr>
          </a:lstStyle>
          <a:p xmlns:a="http://schemas.openxmlformats.org/drawingml/2006/main">
            <a:pPr>
              <a:defRPr sz="2025" b="0">
                <a:solidFill>
                  <a:srgbClr val="35594E"/>
                </a:solidFill>
                <a:latin typeface="Arial"/>
                <a:ea typeface="Arial"/>
                <a:cs typeface="Arial"/>
              </a:defRPr>
            </a:pPr>
            <a:r>
              <a:rPr sz="2025" b="0">
                <a:solidFill>
                  <a:srgbClr val="35594E"/>
                </a:solidFill>
                <a:latin typeface="Arial"/>
                <a:ea typeface="Arial"/>
                <a:cs typeface="Arial"/>
              </a:rPr>
              <a:t>Adjust the workflow, then repeat it on the next image.</a:t>
            </a:r>
          </a:p>
        </p:txBody>
      </p:sp>
    </p:spTree>
    <p:extLst>
      <p:ext uri="{BB962C8B-B14F-4D97-AF65-F5344CB8AC3E}">
        <p14:creationId xmlns:p14="http://schemas.microsoft.com/office/powerpoint/2010/main" val="12263846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7FC4B93-E3EF-4F1C-ACAD-9A3E0FBF478B}"/>
              </a:ext>
            </a:extLst>
          </p:cNvPr>
          <p:cNvPicPr>
            <a:picLocks xmlns:a="http://schemas.openxmlformats.org/drawingml/2006/main" noChangeAspect="1"/>
          </p:cNvPicPr>
          <p:nvPr/>
        </p:nvPicPr>
        <p:blipFill>
          <a:blip xmlns:r="http://schemas.openxmlformats.org/officeDocument/2006/relationships" xmlns:a="http://schemas.openxmlformats.org/drawingml/2006/main" r:embed="R2793e82b92724562"/>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C0BF31-A543-4BF3-90D4-BAE89364CCAF}"/>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F4354B7C-A0CC-4C78-A2C3-2D1C9AEFDC98}"/>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32F4E7EC-744D-4F09-9BD7-371BD9C40BBC}"/>
              </a:ext>
            </a:extLst>
          </p:cNvPr>
          <p:cNvSpPr>
            <a:spLocks xmlns:a="http://schemas.openxmlformats.org/drawingml/2006/main" noGrp="1"/>
          </p:cNvSpPr>
          <p:nvPr/>
        </p:nvSpPr>
        <p:spPr>
          <a:xfrm xmlns:a="http://schemas.openxmlformats.org/drawingml/2006/main">
            <a:off x="685800" y="1400175"/>
            <a:ext cx="10477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102B25"/>
                </a:solidFill>
                <a:latin typeface="Arial"/>
                <a:ea typeface="Arial"/>
                <a:cs typeface="Arial"/>
              </a:defRPr>
            </a:defPPr>
            <a:lvl1pPr>
              <a:defRPr sz="5250" b="1">
                <a:solidFill>
                  <a:srgbClr val="102B25"/>
                </a:solidFill>
                <a:latin typeface="Arial"/>
                <a:ea typeface="Arial"/>
                <a:cs typeface="Arial"/>
              </a:defRPr>
            </a:lvl1pPr>
            <a:lvl2pPr>
              <a:defRPr sz="5250" b="1">
                <a:solidFill>
                  <a:srgbClr val="102B25"/>
                </a:solidFill>
                <a:latin typeface="Arial"/>
                <a:ea typeface="Arial"/>
                <a:cs typeface="Arial"/>
              </a:defRPr>
            </a:lvl2pPr>
            <a:lvl3pPr>
              <a:defRPr sz="5250" b="1">
                <a:solidFill>
                  <a:srgbClr val="102B25"/>
                </a:solidFill>
                <a:latin typeface="Arial"/>
                <a:ea typeface="Arial"/>
                <a:cs typeface="Arial"/>
              </a:defRPr>
            </a:lvl3pPr>
            <a:lvl4pPr>
              <a:defRPr sz="5250" b="1">
                <a:solidFill>
                  <a:srgbClr val="102B25"/>
                </a:solidFill>
                <a:latin typeface="Arial"/>
                <a:ea typeface="Arial"/>
                <a:cs typeface="Arial"/>
              </a:defRPr>
            </a:lvl4pPr>
            <a:lvl5pPr>
              <a:defRPr sz="5250" b="1">
                <a:solidFill>
                  <a:srgbClr val="102B25"/>
                </a:solidFill>
                <a:latin typeface="Arial"/>
                <a:ea typeface="Arial"/>
                <a:cs typeface="Arial"/>
              </a:defRPr>
            </a:lvl5pPr>
            <a:lvl6pPr>
              <a:defRPr sz="5250" b="1">
                <a:solidFill>
                  <a:srgbClr val="102B25"/>
                </a:solidFill>
                <a:latin typeface="Arial"/>
                <a:ea typeface="Arial"/>
                <a:cs typeface="Arial"/>
              </a:defRPr>
            </a:lvl6pPr>
            <a:lvl7pPr>
              <a:defRPr sz="5250" b="1">
                <a:solidFill>
                  <a:srgbClr val="102B25"/>
                </a:solidFill>
                <a:latin typeface="Arial"/>
                <a:ea typeface="Arial"/>
                <a:cs typeface="Arial"/>
              </a:defRPr>
            </a:lvl7pPr>
            <a:lvl8pPr>
              <a:defRPr sz="5250" b="1">
                <a:solidFill>
                  <a:srgbClr val="102B25"/>
                </a:solidFill>
                <a:latin typeface="Arial"/>
                <a:ea typeface="Arial"/>
                <a:cs typeface="Arial"/>
              </a:defRPr>
            </a:lvl8pPr>
            <a:lvl9pPr>
              <a:defRPr sz="5250" b="1">
                <a:solidFill>
                  <a:srgbClr val="102B25"/>
                </a:solidFill>
                <a:latin typeface="Arial"/>
                <a:ea typeface="Arial"/>
                <a:cs typeface="Arial"/>
              </a:defRPr>
            </a:lvl9pPr>
          </a:lstStyle>
          <a:p xmlns:a="http://schemas.openxmlformats.org/drawingml/2006/main">
            <a:pPr>
              <a:defRPr sz="5250" b="1">
                <a:solidFill>
                  <a:srgbClr val="102B25"/>
                </a:solidFill>
                <a:latin typeface="Arial"/>
                <a:ea typeface="Arial"/>
                <a:cs typeface="Arial"/>
              </a:defRPr>
            </a:pPr>
            <a:r>
              <a:rPr sz="5250" b="1">
                <a:solidFill>
                  <a:srgbClr val="102B25"/>
                </a:solidFill>
                <a:latin typeface="Arial"/>
                <a:ea typeface="Arial"/>
                <a:cs typeface="Arial"/>
              </a:rPr>
              <a:t>Scientific software,</a:t>
            </a:r>
          </a:p>
          <a:p xmlns:a="http://schemas.openxmlformats.org/drawingml/2006/main">
            <a:pPr>
              <a:defRPr sz="5250" b="1">
                <a:solidFill>
                  <a:srgbClr val="102B25"/>
                </a:solidFill>
                <a:latin typeface="Arial"/>
                <a:ea typeface="Arial"/>
                <a:cs typeface="Arial"/>
              </a:defRPr>
            </a:pPr>
            <a:r>
              <a:rPr sz="5250" b="1">
                <a:solidFill>
                  <a:srgbClr val="102B25"/>
                </a:solidFill>
                <a:latin typeface="Arial"/>
                <a:ea typeface="Arial"/>
                <a:cs typeface="Arial"/>
              </a:rPr>
              <a:t>in conversation</a:t>
            </a:r>
          </a:p>
        </p:txBody>
      </p:sp>
      <p:sp>
        <p:nvSpPr>
          <p:cNvPr id="5" name="">
            <a:extLst xmlns:a="http://schemas.openxmlformats.org/drawingml/2006/main">
              <a:ext uri="{FF2B5EF4-FFF2-40B4-BE49-F238E27FC236}">
                <a16:creationId xmlns:a16="http://schemas.microsoft.com/office/drawing/2014/main" id="{017B990A-71EA-4406-8001-4CEC55BA6E24}"/>
              </a:ext>
            </a:extLst>
          </p:cNvPr>
          <p:cNvSpPr>
            <a:spLocks xmlns:a="http://schemas.openxmlformats.org/drawingml/2006/main" noGrp="1"/>
          </p:cNvSpPr>
          <p:nvPr/>
        </p:nvSpPr>
        <p:spPr>
          <a:xfrm xmlns:a="http://schemas.openxmlformats.org/drawingml/2006/main">
            <a:off x="723900" y="34480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0">
                <a:solidFill>
                  <a:srgbClr val="35594E"/>
                </a:solidFill>
                <a:latin typeface="Arial"/>
                <a:ea typeface="Arial"/>
                <a:cs typeface="Arial"/>
              </a:defRPr>
            </a:defPPr>
            <a:lvl1pPr>
              <a:defRPr sz="2700" b="0">
                <a:solidFill>
                  <a:srgbClr val="35594E"/>
                </a:solidFill>
                <a:latin typeface="Arial"/>
                <a:ea typeface="Arial"/>
                <a:cs typeface="Arial"/>
              </a:defRPr>
            </a:lvl1pPr>
            <a:lvl2pPr>
              <a:defRPr sz="2700" b="0">
                <a:solidFill>
                  <a:srgbClr val="35594E"/>
                </a:solidFill>
                <a:latin typeface="Arial"/>
                <a:ea typeface="Arial"/>
                <a:cs typeface="Arial"/>
              </a:defRPr>
            </a:lvl2pPr>
            <a:lvl3pPr>
              <a:defRPr sz="2700" b="0">
                <a:solidFill>
                  <a:srgbClr val="35594E"/>
                </a:solidFill>
                <a:latin typeface="Arial"/>
                <a:ea typeface="Arial"/>
                <a:cs typeface="Arial"/>
              </a:defRPr>
            </a:lvl3pPr>
            <a:lvl4pPr>
              <a:defRPr sz="2700" b="0">
                <a:solidFill>
                  <a:srgbClr val="35594E"/>
                </a:solidFill>
                <a:latin typeface="Arial"/>
                <a:ea typeface="Arial"/>
                <a:cs typeface="Arial"/>
              </a:defRPr>
            </a:lvl4pPr>
            <a:lvl5pPr>
              <a:defRPr sz="2700" b="0">
                <a:solidFill>
                  <a:srgbClr val="35594E"/>
                </a:solidFill>
                <a:latin typeface="Arial"/>
                <a:ea typeface="Arial"/>
                <a:cs typeface="Arial"/>
              </a:defRPr>
            </a:lvl5pPr>
            <a:lvl6pPr>
              <a:defRPr sz="2700" b="0">
                <a:solidFill>
                  <a:srgbClr val="35594E"/>
                </a:solidFill>
                <a:latin typeface="Arial"/>
                <a:ea typeface="Arial"/>
                <a:cs typeface="Arial"/>
              </a:defRPr>
            </a:lvl6pPr>
            <a:lvl7pPr>
              <a:defRPr sz="2700" b="0">
                <a:solidFill>
                  <a:srgbClr val="35594E"/>
                </a:solidFill>
                <a:latin typeface="Arial"/>
                <a:ea typeface="Arial"/>
                <a:cs typeface="Arial"/>
              </a:defRPr>
            </a:lvl7pPr>
            <a:lvl8pPr>
              <a:defRPr sz="2700" b="0">
                <a:solidFill>
                  <a:srgbClr val="35594E"/>
                </a:solidFill>
                <a:latin typeface="Arial"/>
                <a:ea typeface="Arial"/>
                <a:cs typeface="Arial"/>
              </a:defRPr>
            </a:lvl8pPr>
            <a:lvl9pPr>
              <a:defRPr sz="2700" b="0">
                <a:solidFill>
                  <a:srgbClr val="35594E"/>
                </a:solidFill>
                <a:latin typeface="Arial"/>
                <a:ea typeface="Arial"/>
                <a:cs typeface="Arial"/>
              </a:defRPr>
            </a:lvl9pPr>
          </a:lstStyle>
          <a:p xmlns:a="http://schemas.openxmlformats.org/drawingml/2006/main">
            <a:pPr>
              <a:defRPr sz="2700" b="0">
                <a:solidFill>
                  <a:srgbClr val="35594E"/>
                </a:solidFill>
                <a:latin typeface="Arial"/>
                <a:ea typeface="Arial"/>
                <a:cs typeface="Arial"/>
              </a:defRPr>
            </a:pPr>
            <a:r>
              <a:rPr sz="2700" b="0">
                <a:solidFill>
                  <a:srgbClr val="35594E"/>
                </a:solidFill>
                <a:latin typeface="Arial"/>
                <a:ea typeface="Arial"/>
                <a:cs typeface="Arial"/>
              </a:rPr>
              <a:t>Speak a request.</a:t>
            </a:r>
          </a:p>
          <a:p xmlns:a="http://schemas.openxmlformats.org/drawingml/2006/main">
            <a:pPr>
              <a:defRPr sz="2700" b="0">
                <a:solidFill>
                  <a:srgbClr val="35594E"/>
                </a:solidFill>
                <a:latin typeface="Arial"/>
                <a:ea typeface="Arial"/>
                <a:cs typeface="Arial"/>
              </a:defRPr>
            </a:pPr>
            <a:r>
              <a:rPr sz="2700" b="0">
                <a:solidFill>
                  <a:srgbClr val="35594E"/>
                </a:solidFill>
                <a:latin typeface="Arial"/>
                <a:ea typeface="Arial"/>
                <a:cs typeface="Arial"/>
              </a:rPr>
              <a:t>Penny acts in Fiji or QuPath.</a:t>
            </a:r>
          </a:p>
        </p:txBody>
      </p:sp>
      <p:sp>
        <p:nvSpPr>
          <p:cNvPr id="6" name="">
            <a:extLst xmlns:a="http://schemas.openxmlformats.org/drawingml/2006/main">
              <a:ext uri="{FF2B5EF4-FFF2-40B4-BE49-F238E27FC236}">
                <a16:creationId xmlns:a16="http://schemas.microsoft.com/office/drawing/2014/main" id="{3A1267F9-A914-458E-8F21-594C902BCE5F}"/>
              </a:ext>
            </a:extLst>
          </p:cNvPr>
          <p:cNvSpPr>
            <a:spLocks xmlns:a="http://schemas.openxmlformats.org/drawingml/2006/main" noGrp="1"/>
          </p:cNvSpPr>
          <p:nvPr/>
        </p:nvSpPr>
        <p:spPr>
          <a:xfrm xmlns:a="http://schemas.openxmlformats.org/drawingml/2006/main">
            <a:off x="723900" y="49815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625" b="1">
                <a:solidFill>
                  <a:srgbClr val="164C3C"/>
                </a:solidFill>
                <a:latin typeface="Arial"/>
                <a:ea typeface="Arial"/>
                <a:cs typeface="Arial"/>
              </a:defRPr>
            </a:defPPr>
            <a:lvl1pPr>
              <a:defRPr sz="2625" b="1">
                <a:solidFill>
                  <a:srgbClr val="164C3C"/>
                </a:solidFill>
                <a:latin typeface="Arial"/>
                <a:ea typeface="Arial"/>
                <a:cs typeface="Arial"/>
              </a:defRPr>
            </a:lvl1pPr>
            <a:lvl2pPr>
              <a:defRPr sz="2625" b="1">
                <a:solidFill>
                  <a:srgbClr val="164C3C"/>
                </a:solidFill>
                <a:latin typeface="Arial"/>
                <a:ea typeface="Arial"/>
                <a:cs typeface="Arial"/>
              </a:defRPr>
            </a:lvl2pPr>
            <a:lvl3pPr>
              <a:defRPr sz="2625" b="1">
                <a:solidFill>
                  <a:srgbClr val="164C3C"/>
                </a:solidFill>
                <a:latin typeface="Arial"/>
                <a:ea typeface="Arial"/>
                <a:cs typeface="Arial"/>
              </a:defRPr>
            </a:lvl3pPr>
            <a:lvl4pPr>
              <a:defRPr sz="2625" b="1">
                <a:solidFill>
                  <a:srgbClr val="164C3C"/>
                </a:solidFill>
                <a:latin typeface="Arial"/>
                <a:ea typeface="Arial"/>
                <a:cs typeface="Arial"/>
              </a:defRPr>
            </a:lvl4pPr>
            <a:lvl5pPr>
              <a:defRPr sz="2625" b="1">
                <a:solidFill>
                  <a:srgbClr val="164C3C"/>
                </a:solidFill>
                <a:latin typeface="Arial"/>
                <a:ea typeface="Arial"/>
                <a:cs typeface="Arial"/>
              </a:defRPr>
            </a:lvl5pPr>
            <a:lvl6pPr>
              <a:defRPr sz="2625" b="1">
                <a:solidFill>
                  <a:srgbClr val="164C3C"/>
                </a:solidFill>
                <a:latin typeface="Arial"/>
                <a:ea typeface="Arial"/>
                <a:cs typeface="Arial"/>
              </a:defRPr>
            </a:lvl6pPr>
            <a:lvl7pPr>
              <a:defRPr sz="2625" b="1">
                <a:solidFill>
                  <a:srgbClr val="164C3C"/>
                </a:solidFill>
                <a:latin typeface="Arial"/>
                <a:ea typeface="Arial"/>
                <a:cs typeface="Arial"/>
              </a:defRPr>
            </a:lvl7pPr>
            <a:lvl8pPr>
              <a:defRPr sz="2625" b="1">
                <a:solidFill>
                  <a:srgbClr val="164C3C"/>
                </a:solidFill>
                <a:latin typeface="Arial"/>
                <a:ea typeface="Arial"/>
                <a:cs typeface="Arial"/>
              </a:defRPr>
            </a:lvl8pPr>
            <a:lvl9pPr>
              <a:defRPr sz="2625" b="1">
                <a:solidFill>
                  <a:srgbClr val="164C3C"/>
                </a:solidFill>
                <a:latin typeface="Arial"/>
                <a:ea typeface="Arial"/>
                <a:cs typeface="Arial"/>
              </a:defRPr>
            </a:lvl9pPr>
          </a:lstStyle>
          <a:p xmlns:a="http://schemas.openxmlformats.org/drawingml/2006/main">
            <a:pPr>
              <a:defRPr sz="2625" b="1">
                <a:solidFill>
                  <a:srgbClr val="164C3C"/>
                </a:solidFill>
                <a:latin typeface="Arial"/>
                <a:ea typeface="Arial"/>
                <a:cs typeface="Arial"/>
              </a:defRPr>
            </a:pPr>
            <a:r>
              <a:rPr sz="2625" b="1">
                <a:solidFill>
                  <a:srgbClr val="164C3C"/>
                </a:solidFill>
                <a:latin typeface="Arial"/>
                <a:ea typeface="Arial"/>
                <a:cs typeface="Arial"/>
              </a:rPr>
              <a:t>“Count the cells in this region.”</a:t>
            </a:r>
          </a:p>
        </p:txBody>
      </p:sp>
      <p:sp>
        <p:nvSpPr>
          <p:cNvPr id="7" name="">
            <a:extLst xmlns:a="http://schemas.openxmlformats.org/drawingml/2006/main">
              <a:ext uri="{FF2B5EF4-FFF2-40B4-BE49-F238E27FC236}">
                <a16:creationId xmlns:a16="http://schemas.microsoft.com/office/drawing/2014/main" id="{A1491056-2054-4B49-9A48-8BA1ACE28E23}"/>
              </a:ext>
            </a:extLst>
          </p:cNvPr>
          <p:cNvSpPr>
            <a:spLocks xmlns:a="http://schemas.openxmlformats.org/drawingml/2006/main" noGrp="1"/>
          </p:cNvSpPr>
          <p:nvPr/>
        </p:nvSpPr>
        <p:spPr>
          <a:xfrm xmlns:a="http://schemas.openxmlformats.org/drawingml/2006/main">
            <a:off x="723900" y="58197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84F40"/>
                </a:solidFill>
                <a:latin typeface="Arial"/>
                <a:ea typeface="Arial"/>
                <a:cs typeface="Arial"/>
              </a:defRPr>
            </a:defPPr>
            <a:lvl1pPr>
              <a:defRPr sz="1800" b="0">
                <a:solidFill>
                  <a:srgbClr val="184F40"/>
                </a:solidFill>
                <a:latin typeface="Arial"/>
                <a:ea typeface="Arial"/>
                <a:cs typeface="Arial"/>
              </a:defRPr>
            </a:lvl1pPr>
            <a:lvl2pPr>
              <a:defRPr sz="1800" b="0">
                <a:solidFill>
                  <a:srgbClr val="184F40"/>
                </a:solidFill>
                <a:latin typeface="Arial"/>
                <a:ea typeface="Arial"/>
                <a:cs typeface="Arial"/>
              </a:defRPr>
            </a:lvl2pPr>
            <a:lvl3pPr>
              <a:defRPr sz="1800" b="0">
                <a:solidFill>
                  <a:srgbClr val="184F40"/>
                </a:solidFill>
                <a:latin typeface="Arial"/>
                <a:ea typeface="Arial"/>
                <a:cs typeface="Arial"/>
              </a:defRPr>
            </a:lvl3pPr>
            <a:lvl4pPr>
              <a:defRPr sz="1800" b="0">
                <a:solidFill>
                  <a:srgbClr val="184F40"/>
                </a:solidFill>
                <a:latin typeface="Arial"/>
                <a:ea typeface="Arial"/>
                <a:cs typeface="Arial"/>
              </a:defRPr>
            </a:lvl4pPr>
            <a:lvl5pPr>
              <a:defRPr sz="1800" b="0">
                <a:solidFill>
                  <a:srgbClr val="184F40"/>
                </a:solidFill>
                <a:latin typeface="Arial"/>
                <a:ea typeface="Arial"/>
                <a:cs typeface="Arial"/>
              </a:defRPr>
            </a:lvl5pPr>
            <a:lvl6pPr>
              <a:defRPr sz="1800" b="0">
                <a:solidFill>
                  <a:srgbClr val="184F40"/>
                </a:solidFill>
                <a:latin typeface="Arial"/>
                <a:ea typeface="Arial"/>
                <a:cs typeface="Arial"/>
              </a:defRPr>
            </a:lvl6pPr>
            <a:lvl7pPr>
              <a:defRPr sz="1800" b="0">
                <a:solidFill>
                  <a:srgbClr val="184F40"/>
                </a:solidFill>
                <a:latin typeface="Arial"/>
                <a:ea typeface="Arial"/>
                <a:cs typeface="Arial"/>
              </a:defRPr>
            </a:lvl7pPr>
            <a:lvl8pPr>
              <a:defRPr sz="1800" b="0">
                <a:solidFill>
                  <a:srgbClr val="184F40"/>
                </a:solidFill>
                <a:latin typeface="Arial"/>
                <a:ea typeface="Arial"/>
                <a:cs typeface="Arial"/>
              </a:defRPr>
            </a:lvl8pPr>
            <a:lvl9pPr>
              <a:defRPr sz="1800" b="0">
                <a:solidFill>
                  <a:srgbClr val="184F40"/>
                </a:solidFill>
                <a:latin typeface="Arial"/>
                <a:ea typeface="Arial"/>
                <a:cs typeface="Arial"/>
              </a:defRPr>
            </a:lvl9pPr>
          </a:lstStyle>
          <a:p xmlns:a="http://schemas.openxmlformats.org/drawingml/2006/main">
            <a:pPr>
              <a:defRPr sz="1800" b="0">
                <a:solidFill>
                  <a:srgbClr val="184F40"/>
                </a:solidFill>
                <a:latin typeface="Arial"/>
                <a:ea typeface="Arial"/>
                <a:cs typeface="Arial"/>
              </a:defRPr>
            </a:pPr>
            <a:r>
              <a:rPr sz="1800" b="0">
                <a:solidFill>
                  <a:srgbClr val="184F40"/>
                </a:solidFill>
                <a:latin typeface="Arial"/>
                <a:ea typeface="Arial"/>
                <a:cs typeface="Arial"/>
              </a:rPr>
              <a:t>Real actions. Answers from the application’s measurements.</a:t>
            </a:r>
          </a:p>
        </p:txBody>
      </p:sp>
    </p:spTree>
    <p:extLst>
      <p:ext uri="{BB962C8B-B14F-4D97-AF65-F5344CB8AC3E}">
        <p14:creationId xmlns:p14="http://schemas.microsoft.com/office/powerpoint/2010/main" val="1549285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2026-10-17T19:12:04.8280000Z</dcterms:created>
  <dcterms:modified xsi:type="dcterms:W3CDTF">2026-10-17T19:12:04.8280000Z</dcterms:modified>
</coreProperties>
</file>