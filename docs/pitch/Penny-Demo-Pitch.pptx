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dee0abcc6543d1" /><Relationship Type="http://schemas.openxmlformats.org/officeDocument/2006/relationships/extended-properties" Target="/docProps/app.xml" Id="R846e9537845446b7" /><Relationship Type="http://schemas.openxmlformats.org/officeDocument/2006/relationships/officeDocument" Target="/ppt/presentation.xml" Id="Re1ca5af4392b4939" /></Relationships>
</file>

<file path=ppt/presentation.xml><?xml version="1.0" encoding="utf-8"?>
<p:presentation xmlns:p="http://schemas.openxmlformats.org/presentationml/2006/main">
  <p:sldMasterIdLst>
    <p:sldMasterId xmlns:r="http://schemas.openxmlformats.org/officeDocument/2006/relationships" id="2147483648" r:id="Rdaea5b798bef4146"/>
  </p:sldMasterIdLst>
  <p:notesMasterIdLst>
    <p:notesMasterId xmlns:r="http://schemas.openxmlformats.org/officeDocument/2006/relationships" r:id="R53bce35777f646f7"/>
  </p:notesMasterIdLst>
  <p:sldIdLst>
    <p:sldId xmlns:r="http://schemas.openxmlformats.org/officeDocument/2006/relationships" id="256" r:id="R814677f302f84cae"/>
    <p:sldId xmlns:r="http://schemas.openxmlformats.org/officeDocument/2006/relationships" id="257" r:id="R5a8e73bebe234980"/>
    <p:sldId xmlns:r="http://schemas.openxmlformats.org/officeDocument/2006/relationships" id="258" r:id="Ra241b478fffd41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7e961151a14a06" /><Relationship Type="http://schemas.openxmlformats.org/officeDocument/2006/relationships/slideMaster" Target="/ppt/slideMasters/slideMaster1.xml" Id="Rdaea5b798bef4146" /><Relationship Type="http://schemas.openxmlformats.org/officeDocument/2006/relationships/notesMaster" Target="/ppt/notesMasters/notesMaster1.xml" Id="R53bce35777f646f7" /><Relationship Type="http://schemas.openxmlformats.org/officeDocument/2006/relationships/presProps" Target="/ppt/presProps.xml" Id="Rf3d7fbbf641e44df" /><Relationship Type="http://schemas.openxmlformats.org/officeDocument/2006/relationships/tableStyles" Target="/ppt/tableStyles.xml" Id="R6a8f5dd1f1ab4dff" /><Relationship Type="http://schemas.openxmlformats.org/officeDocument/2006/relationships/slide" Target="/ppt/slides/slide1.xml" Id="R814677f302f84cae" /><Relationship Type="http://schemas.openxmlformats.org/officeDocument/2006/relationships/slide" Target="/ppt/slides/slide2.xml" Id="R5a8e73bebe234980" /><Relationship Type="http://schemas.openxmlformats.org/officeDocument/2006/relationships/slide" Target="/ppt/slides/slide3.xml" Id="Ra241b478fffd41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2fe24c8ae341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c21d91dc8445b4" /><Relationship Type="http://schemas.openxmlformats.org/officeDocument/2006/relationships/notesMaster" Target="/ppt/notesMasters/notesMaster1.xml" Id="Rac2b2a57a29b49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a189959487420a" /><Relationship Type="http://schemas.openxmlformats.org/officeDocument/2006/relationships/notesMaster" Target="/ppt/notesMasters/notesMaster1.xml" Id="R0307341a340041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b70c235ef942ba" /><Relationship Type="http://schemas.openxmlformats.org/officeDocument/2006/relationships/notesMaster" Target="/ppt/notesMasters/notesMaster1.xml" Id="R4d82aaa6149847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from docs/PRODUCT.md: researchers know the question but must learn the application interface or scripting language to carry it out. The diagram illustrates that interface-learning gap. This is the project problem statement, not a measured user-study result. No time-saving or prevalence statistics are claimed. Presenter: introduce the interface friction briefly, then move to how Penny addresses it.</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description from README.md, docs/CAPABILITIES.md and docs/qa/PENNY-VOICE-WORKFLOW.md as read 17 October 2026. Penny works beside the real Fiji and QuPath applications. It observes the active image and selection, executes supported operations and replies using actual application measurements. Bidirectional links represent requests/replies and actions/live application context. This conceptual diagram omits provider infrastructure deliberately. It does not claim every operation is verified in both profiles. Actual isolated Fiji gateway workflows and synthetic provider audio are documented separately from fresh physical microphone/speaker verification, which remains pending. Presenter: one sentence on the loop, then switch to the live application.</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handoff, not a claim that a new live demonstration has been run for this deck. Planned Fiji sequence follows docs/qa/PENNY-VOICE-WORKFLOW.md: find nuclei, separate touching cells, apply the corrected analysis to a folder. That document records an actual installed Fiji/gateway conversation on disposable calibrated fields, with independent application readback. Do not present its fixture counts as biological validation or as a result on new data. The source-only selection and manual edits are not universally replayed. docs/DEMO-FIJI.md distinguishes batch recipe validation from full live voice testing. Presenter: leave this slide quickly and demonstrate in Fiji. Keep the actual image and overlays visible, explain the chosen settings and let the application provide the current counts. No timing guarantee or universal undo is claimed.</a:t>
            </a:r>
          </a:p>
          <a:p xmlns:a="http://schemas.openxmlformats.org/drawingml/2006/main">
            <a:r>
              <a:t>Visual direction: supplied student-collective-marketing/assets/events/Studio-Session-Green-Print.jpg. Background generated with the built-in image tool, using that file as a style reference. No affiliation or event-hosting claim is implied by the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5fbf3520254e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3e38a90bae44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bb869426e4483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bdf957441f44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fa5f04ffa144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a4e5d79f4849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EBC147-2BC5-48E9-BF93-25A64D4C13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6CB77D-E855-4553-8FAA-2808A92695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5789B9E-2C71-46FB-9C54-43A6E838EC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DE8F17-8AF5-49FC-9EAA-95C19EAE07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C1E87A-EB31-4BE9-AB7F-D6F75BA6ED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EE567C-A85D-4052-A024-26D23A73EE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C016B5-11D8-4908-9059-D6B774D06A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C6BD67-8F81-4ECA-828F-73571209F5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946843-415E-424F-A493-BE0F586F36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AB1079-1F7A-489A-9923-3BEDAC685F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423d5132474b1d" /><Relationship Type="http://schemas.openxmlformats.org/officeDocument/2006/relationships/slideLayout" Target="/ppt/slideLayouts/slideLayout1.xml" Id="R0281a00f57ef41a9" /><Relationship Type="http://schemas.openxmlformats.org/officeDocument/2006/relationships/slideLayout" Target="/ppt/slideLayouts/slideLayout2.xml" Id="R6fbe3d7001724686" /><Relationship Type="http://schemas.openxmlformats.org/officeDocument/2006/relationships/slideLayout" Target="/ppt/slideLayouts/slideLayout3.xml" Id="R1fb5327a3b7a4a29" /><Relationship Type="http://schemas.openxmlformats.org/officeDocument/2006/relationships/slideLayout" Target="/ppt/slideLayouts/slideLayout4.xml" Id="R7c11906da5b04436" /><Relationship Type="http://schemas.openxmlformats.org/officeDocument/2006/relationships/slideLayout" Target="/ppt/slideLayouts/slideLayout5.xml" Id="R0abad7d53cb84090" /><Relationship Type="http://schemas.openxmlformats.org/officeDocument/2006/relationships/slideLayout" Target="/ppt/slideLayouts/slideLayout6.xml" Id="R04e65af9ed6c44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81a00f57ef41a9"/>
    <p:sldLayoutId xmlns:r="http://schemas.openxmlformats.org/officeDocument/2006/relationships" id="2147483650" r:id="R6fbe3d7001724686"/>
    <p:sldLayoutId xmlns:r="http://schemas.openxmlformats.org/officeDocument/2006/relationships" id="2147483651" r:id="R1fb5327a3b7a4a29"/>
    <p:sldLayoutId xmlns:r="http://schemas.openxmlformats.org/officeDocument/2006/relationships" id="2147483652" r:id="R7c11906da5b04436"/>
    <p:sldLayoutId xmlns:r="http://schemas.openxmlformats.org/officeDocument/2006/relationships" id="2147483653" r:id="R0abad7d53cb84090"/>
    <p:sldLayoutId xmlns:r="http://schemas.openxmlformats.org/officeDocument/2006/relationships" id="2147483654" r:id="R04e65af9ed6c44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9fb52922894d26" /><Relationship Type="http://schemas.openxmlformats.org/officeDocument/2006/relationships/image" Target="/ppt/media/image.png" Id="R057e96dbe70b4028" /><Relationship Type="http://schemas.openxmlformats.org/officeDocument/2006/relationships/notesSlide" Target="/ppt/notesSlides/notesSlide1.xml" Id="R5429d40117524a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ddd8cd99f74134" /><Relationship Type="http://schemas.openxmlformats.org/officeDocument/2006/relationships/image" Target="/ppt/media/image2.png" Id="R239772952c4446ac" /><Relationship Type="http://schemas.openxmlformats.org/officeDocument/2006/relationships/notesSlide" Target="/ppt/notesSlides/notesSlide2.xml" Id="R5734f05a63bc46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205b89f4ec4adf" /><Relationship Type="http://schemas.openxmlformats.org/officeDocument/2006/relationships/image" Target="/ppt/media/image3.png" Id="R1e0418fc59c644a6" /><Relationship Type="http://schemas.openxmlformats.org/officeDocument/2006/relationships/notesSlide" Target="/ppt/notesSlides/notesSlide3.xml" Id="Ra8d028b11724466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14CB71D-0D82-4203-9FFB-93A83F9C51C7}"/>
              </a:ext>
            </a:extLst>
          </p:cNvPr>
          <p:cNvPicPr>
            <a:picLocks xmlns:a="http://schemas.openxmlformats.org/drawingml/2006/main" noChangeAspect="1"/>
          </p:cNvPicPr>
          <p:nvPr/>
        </p:nvPicPr>
        <p:blipFill>
          <a:blip xmlns:r="http://schemas.openxmlformats.org/officeDocument/2006/relationships" xmlns:a="http://schemas.openxmlformats.org/drawingml/2006/main" r:embed="R057e96dbe70b4028"/>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B07553-4DED-4DB3-B04E-946E4689C949}"/>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528628AA-0B72-4F56-8E57-E66237A16CAB}"/>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F1DDC9C-0564-4FFE-9DA4-7E6AEAF4B7EF}"/>
              </a:ext>
            </a:extLst>
          </p:cNvPr>
          <p:cNvSpPr>
            <a:spLocks xmlns:a="http://schemas.openxmlformats.org/drawingml/2006/main" noGrp="1"/>
          </p:cNvSpPr>
          <p:nvPr/>
        </p:nvSpPr>
        <p:spPr>
          <a:xfrm xmlns:a="http://schemas.openxmlformats.org/drawingml/2006/main">
            <a:off x="685800" y="1352550"/>
            <a:ext cx="10810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275" b="1">
                <a:solidFill>
                  <a:srgbClr val="102B25"/>
                </a:solidFill>
                <a:latin typeface="Arial"/>
                <a:ea typeface="Arial"/>
                <a:cs typeface="Arial"/>
              </a:defRPr>
            </a:defPPr>
            <a:lvl1pPr>
              <a:defRPr sz="4275" b="1">
                <a:solidFill>
                  <a:srgbClr val="102B25"/>
                </a:solidFill>
                <a:latin typeface="Arial"/>
                <a:ea typeface="Arial"/>
                <a:cs typeface="Arial"/>
              </a:defRPr>
            </a:lvl1pPr>
            <a:lvl2pPr>
              <a:defRPr sz="4275" b="1">
                <a:solidFill>
                  <a:srgbClr val="102B25"/>
                </a:solidFill>
                <a:latin typeface="Arial"/>
                <a:ea typeface="Arial"/>
                <a:cs typeface="Arial"/>
              </a:defRPr>
            </a:lvl2pPr>
            <a:lvl3pPr>
              <a:defRPr sz="4275" b="1">
                <a:solidFill>
                  <a:srgbClr val="102B25"/>
                </a:solidFill>
                <a:latin typeface="Arial"/>
                <a:ea typeface="Arial"/>
                <a:cs typeface="Arial"/>
              </a:defRPr>
            </a:lvl3pPr>
            <a:lvl4pPr>
              <a:defRPr sz="4275" b="1">
                <a:solidFill>
                  <a:srgbClr val="102B25"/>
                </a:solidFill>
                <a:latin typeface="Arial"/>
                <a:ea typeface="Arial"/>
                <a:cs typeface="Arial"/>
              </a:defRPr>
            </a:lvl4pPr>
            <a:lvl5pPr>
              <a:defRPr sz="4275" b="1">
                <a:solidFill>
                  <a:srgbClr val="102B25"/>
                </a:solidFill>
                <a:latin typeface="Arial"/>
                <a:ea typeface="Arial"/>
                <a:cs typeface="Arial"/>
              </a:defRPr>
            </a:lvl5pPr>
            <a:lvl6pPr>
              <a:defRPr sz="4275" b="1">
                <a:solidFill>
                  <a:srgbClr val="102B25"/>
                </a:solidFill>
                <a:latin typeface="Arial"/>
                <a:ea typeface="Arial"/>
                <a:cs typeface="Arial"/>
              </a:defRPr>
            </a:lvl6pPr>
            <a:lvl7pPr>
              <a:defRPr sz="4275" b="1">
                <a:solidFill>
                  <a:srgbClr val="102B25"/>
                </a:solidFill>
                <a:latin typeface="Arial"/>
                <a:ea typeface="Arial"/>
                <a:cs typeface="Arial"/>
              </a:defRPr>
            </a:lvl7pPr>
            <a:lvl8pPr>
              <a:defRPr sz="4275" b="1">
                <a:solidFill>
                  <a:srgbClr val="102B25"/>
                </a:solidFill>
                <a:latin typeface="Arial"/>
                <a:ea typeface="Arial"/>
                <a:cs typeface="Arial"/>
              </a:defRPr>
            </a:lvl8pPr>
            <a:lvl9pPr>
              <a:defRPr sz="4275" b="1">
                <a:solidFill>
                  <a:srgbClr val="102B25"/>
                </a:solidFill>
                <a:latin typeface="Arial"/>
                <a:ea typeface="Arial"/>
                <a:cs typeface="Arial"/>
              </a:defRPr>
            </a:lvl9pPr>
          </a:lstStyle>
          <a:p xmlns:a="http://schemas.openxmlformats.org/drawingml/2006/main">
            <a:pPr>
              <a:defRPr sz="4275" b="1">
                <a:solidFill>
                  <a:srgbClr val="102B25"/>
                </a:solidFill>
                <a:latin typeface="Arial"/>
                <a:ea typeface="Arial"/>
                <a:cs typeface="Arial"/>
              </a:defRPr>
            </a:pPr>
            <a:r>
              <a:rPr sz="4275" b="1">
                <a:solidFill>
                  <a:srgbClr val="102B25"/>
                </a:solidFill>
                <a:latin typeface="Arial"/>
                <a:ea typeface="Arial"/>
                <a:cs typeface="Arial"/>
              </a:rPr>
              <a:t>Researchers know the question.</a:t>
            </a:r>
          </a:p>
          <a:p xmlns:a="http://schemas.openxmlformats.org/drawingml/2006/main">
            <a:pPr>
              <a:defRPr sz="4275" b="1">
                <a:solidFill>
                  <a:srgbClr val="102B25"/>
                </a:solidFill>
                <a:latin typeface="Arial"/>
                <a:ea typeface="Arial"/>
                <a:cs typeface="Arial"/>
              </a:defRPr>
            </a:pPr>
            <a:r>
              <a:rPr sz="4275" b="1">
                <a:solidFill>
                  <a:srgbClr val="102B25"/>
                </a:solidFill>
                <a:latin typeface="Arial"/>
                <a:ea typeface="Arial"/>
                <a:cs typeface="Arial"/>
              </a:rPr>
              <a:t>The interface takes learning.</a:t>
            </a:r>
          </a:p>
        </p:txBody>
      </p:sp>
      <p:sp>
        <p:nvSpPr>
          <p:cNvPr id="5" name="Scientific question">
            <a:extLst xmlns:a="http://schemas.openxmlformats.org/drawingml/2006/main">
              <a:ext uri="{FF2B5EF4-FFF2-40B4-BE49-F238E27FC236}">
                <a16:creationId xmlns:a16="http://schemas.microsoft.com/office/drawing/2014/main" id="{1721BD8F-F671-456A-AFDE-001B774154CA}"/>
              </a:ext>
            </a:extLst>
          </p:cNvPr>
          <p:cNvSpPr>
            <a:spLocks xmlns:a="http://schemas.openxmlformats.org/drawingml/2006/main" noGrp="1"/>
          </p:cNvSpPr>
          <p:nvPr/>
        </p:nvSpPr>
        <p:spPr>
          <a:xfrm xmlns:a="http://schemas.openxmlformats.org/drawingml/2006/main">
            <a:off x="723900" y="3648075"/>
            <a:ext cx="2571750" cy="123825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0">
                <a:solidFill>
                  <a:srgbClr val="164C3C"/>
                </a:solidFill>
                <a:latin typeface="Arial"/>
                <a:ea typeface="Arial"/>
                <a:cs typeface="Arial"/>
              </a:defRPr>
            </a:defPPr>
            <a:lvl1pPr algn="ctr">
              <a:defRPr sz="2175" b="0">
                <a:solidFill>
                  <a:srgbClr val="164C3C"/>
                </a:solidFill>
                <a:latin typeface="Arial"/>
                <a:ea typeface="Arial"/>
                <a:cs typeface="Arial"/>
              </a:defRPr>
            </a:lvl1pPr>
            <a:lvl2pPr algn="ctr">
              <a:defRPr sz="2175" b="0">
                <a:solidFill>
                  <a:srgbClr val="164C3C"/>
                </a:solidFill>
                <a:latin typeface="Arial"/>
                <a:ea typeface="Arial"/>
                <a:cs typeface="Arial"/>
              </a:defRPr>
            </a:lvl2pPr>
            <a:lvl3pPr algn="ctr">
              <a:defRPr sz="2175" b="0">
                <a:solidFill>
                  <a:srgbClr val="164C3C"/>
                </a:solidFill>
                <a:latin typeface="Arial"/>
                <a:ea typeface="Arial"/>
                <a:cs typeface="Arial"/>
              </a:defRPr>
            </a:lvl3pPr>
            <a:lvl4pPr algn="ctr">
              <a:defRPr sz="2175" b="0">
                <a:solidFill>
                  <a:srgbClr val="164C3C"/>
                </a:solidFill>
                <a:latin typeface="Arial"/>
                <a:ea typeface="Arial"/>
                <a:cs typeface="Arial"/>
              </a:defRPr>
            </a:lvl4pPr>
            <a:lvl5pPr algn="ctr">
              <a:defRPr sz="2175" b="0">
                <a:solidFill>
                  <a:srgbClr val="164C3C"/>
                </a:solidFill>
                <a:latin typeface="Arial"/>
                <a:ea typeface="Arial"/>
                <a:cs typeface="Arial"/>
              </a:defRPr>
            </a:lvl5pPr>
            <a:lvl6pPr algn="ctr">
              <a:defRPr sz="2175" b="0">
                <a:solidFill>
                  <a:srgbClr val="164C3C"/>
                </a:solidFill>
                <a:latin typeface="Arial"/>
                <a:ea typeface="Arial"/>
                <a:cs typeface="Arial"/>
              </a:defRPr>
            </a:lvl6pPr>
            <a:lvl7pPr algn="ctr">
              <a:defRPr sz="2175" b="0">
                <a:solidFill>
                  <a:srgbClr val="164C3C"/>
                </a:solidFill>
                <a:latin typeface="Arial"/>
                <a:ea typeface="Arial"/>
                <a:cs typeface="Arial"/>
              </a:defRPr>
            </a:lvl7pPr>
            <a:lvl8pPr algn="ctr">
              <a:defRPr sz="2175" b="0">
                <a:solidFill>
                  <a:srgbClr val="164C3C"/>
                </a:solidFill>
                <a:latin typeface="Arial"/>
                <a:ea typeface="Arial"/>
                <a:cs typeface="Arial"/>
              </a:defRPr>
            </a:lvl8pPr>
            <a:lvl9pPr algn="ctr">
              <a:defRPr sz="2175" b="0">
                <a:solidFill>
                  <a:srgbClr val="164C3C"/>
                </a:solidFill>
                <a:latin typeface="Arial"/>
                <a:ea typeface="Arial"/>
                <a:cs typeface="Arial"/>
              </a:defRPr>
            </a:lvl9pPr>
          </a:lstStyle>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Scientific</a:t>
            </a:r>
          </a:p>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question</a:t>
            </a:r>
          </a:p>
        </p:txBody>
      </p:sp>
      <p:sp>
        <p:nvSpPr>
          <p:cNvPr id="6" name="Menus, settings and scripts">
            <a:extLst xmlns:a="http://schemas.openxmlformats.org/drawingml/2006/main">
              <a:ext uri="{FF2B5EF4-FFF2-40B4-BE49-F238E27FC236}">
                <a16:creationId xmlns:a16="http://schemas.microsoft.com/office/drawing/2014/main" id="{A46A2E0D-7FED-46EB-AECA-5CC07121E0CA}"/>
              </a:ext>
            </a:extLst>
          </p:cNvPr>
          <p:cNvSpPr>
            <a:spLocks xmlns:a="http://schemas.openxmlformats.org/drawingml/2006/main" noGrp="1"/>
          </p:cNvSpPr>
          <p:nvPr/>
        </p:nvSpPr>
        <p:spPr>
          <a:xfrm xmlns:a="http://schemas.openxmlformats.org/drawingml/2006/main">
            <a:off x="4410075" y="3648075"/>
            <a:ext cx="3238500" cy="1238250"/>
          </a:xfrm>
          <a:prstGeom xmlns:a="http://schemas.openxmlformats.org/drawingml/2006/main" prst="rect">
            <a:avLst/>
          </a:prstGeom>
          <a:solidFill xmlns:a="http://schemas.openxmlformats.org/drawingml/2006/main">
            <a:srgbClr val="164C3C"/>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Menus, settings</a:t>
            </a:r>
          </a:p>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and scripts</a:t>
            </a:r>
          </a:p>
        </p:txBody>
      </p:sp>
      <p:sp>
        <p:nvSpPr>
          <p:cNvPr id="7" name="Measured result">
            <a:extLst xmlns:a="http://schemas.openxmlformats.org/drawingml/2006/main">
              <a:ext uri="{FF2B5EF4-FFF2-40B4-BE49-F238E27FC236}">
                <a16:creationId xmlns:a16="http://schemas.microsoft.com/office/drawing/2014/main" id="{94F8A8CD-1AF5-4CC8-B020-9DE488711A35}"/>
              </a:ext>
            </a:extLst>
          </p:cNvPr>
          <p:cNvSpPr>
            <a:spLocks xmlns:a="http://schemas.openxmlformats.org/drawingml/2006/main" noGrp="1"/>
          </p:cNvSpPr>
          <p:nvPr/>
        </p:nvSpPr>
        <p:spPr>
          <a:xfrm xmlns:a="http://schemas.openxmlformats.org/drawingml/2006/main">
            <a:off x="8743950" y="3648075"/>
            <a:ext cx="2762250" cy="123825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0">
                <a:solidFill>
                  <a:srgbClr val="164C3C"/>
                </a:solidFill>
                <a:latin typeface="Arial"/>
                <a:ea typeface="Arial"/>
                <a:cs typeface="Arial"/>
              </a:defRPr>
            </a:defPPr>
            <a:lvl1pPr algn="ctr">
              <a:defRPr sz="2175" b="0">
                <a:solidFill>
                  <a:srgbClr val="164C3C"/>
                </a:solidFill>
                <a:latin typeface="Arial"/>
                <a:ea typeface="Arial"/>
                <a:cs typeface="Arial"/>
              </a:defRPr>
            </a:lvl1pPr>
            <a:lvl2pPr algn="ctr">
              <a:defRPr sz="2175" b="0">
                <a:solidFill>
                  <a:srgbClr val="164C3C"/>
                </a:solidFill>
                <a:latin typeface="Arial"/>
                <a:ea typeface="Arial"/>
                <a:cs typeface="Arial"/>
              </a:defRPr>
            </a:lvl2pPr>
            <a:lvl3pPr algn="ctr">
              <a:defRPr sz="2175" b="0">
                <a:solidFill>
                  <a:srgbClr val="164C3C"/>
                </a:solidFill>
                <a:latin typeface="Arial"/>
                <a:ea typeface="Arial"/>
                <a:cs typeface="Arial"/>
              </a:defRPr>
            </a:lvl3pPr>
            <a:lvl4pPr algn="ctr">
              <a:defRPr sz="2175" b="0">
                <a:solidFill>
                  <a:srgbClr val="164C3C"/>
                </a:solidFill>
                <a:latin typeface="Arial"/>
                <a:ea typeface="Arial"/>
                <a:cs typeface="Arial"/>
              </a:defRPr>
            </a:lvl4pPr>
            <a:lvl5pPr algn="ctr">
              <a:defRPr sz="2175" b="0">
                <a:solidFill>
                  <a:srgbClr val="164C3C"/>
                </a:solidFill>
                <a:latin typeface="Arial"/>
                <a:ea typeface="Arial"/>
                <a:cs typeface="Arial"/>
              </a:defRPr>
            </a:lvl5pPr>
            <a:lvl6pPr algn="ctr">
              <a:defRPr sz="2175" b="0">
                <a:solidFill>
                  <a:srgbClr val="164C3C"/>
                </a:solidFill>
                <a:latin typeface="Arial"/>
                <a:ea typeface="Arial"/>
                <a:cs typeface="Arial"/>
              </a:defRPr>
            </a:lvl6pPr>
            <a:lvl7pPr algn="ctr">
              <a:defRPr sz="2175" b="0">
                <a:solidFill>
                  <a:srgbClr val="164C3C"/>
                </a:solidFill>
                <a:latin typeface="Arial"/>
                <a:ea typeface="Arial"/>
                <a:cs typeface="Arial"/>
              </a:defRPr>
            </a:lvl7pPr>
            <a:lvl8pPr algn="ctr">
              <a:defRPr sz="2175" b="0">
                <a:solidFill>
                  <a:srgbClr val="164C3C"/>
                </a:solidFill>
                <a:latin typeface="Arial"/>
                <a:ea typeface="Arial"/>
                <a:cs typeface="Arial"/>
              </a:defRPr>
            </a:lvl8pPr>
            <a:lvl9pPr algn="ctr">
              <a:defRPr sz="2175" b="0">
                <a:solidFill>
                  <a:srgbClr val="164C3C"/>
                </a:solidFill>
                <a:latin typeface="Arial"/>
                <a:ea typeface="Arial"/>
                <a:cs typeface="Arial"/>
              </a:defRPr>
            </a:lvl9pPr>
          </a:lstStyle>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Measured</a:t>
            </a:r>
          </a:p>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result</a:t>
            </a:r>
          </a:p>
        </p:txBody>
      </p:sp>
      <p:cxnSp>
        <p:nvCxnSpPr>
          <p:cNvPr id="8" name="">
            <a:extLst xmlns:a="http://schemas.openxmlformats.org/drawingml/2006/main">
              <a:ext uri="{FF2B5EF4-FFF2-40B4-BE49-F238E27FC236}">
                <a16:creationId xmlns:a16="http://schemas.microsoft.com/office/drawing/2014/main" id="{A4D74B98-DB1E-4401-9FD4-BF954971EF5E}"/>
              </a:ext>
            </a:extLst>
          </p:cNvPr>
          <p:cNvCxnSpPr>
            <a:stCxn xmlns:a="http://schemas.openxmlformats.org/drawingml/2006/main" id="5" idx="3"/>
            <a:endCxn xmlns:a="http://schemas.openxmlformats.org/drawingml/2006/main" id="6" idx="1"/>
          </p:cNvCxnSpPr>
          <p:nvPr/>
        </p:nvCxnSpPr>
        <p:spPr>
          <a:xfrm xmlns:a="http://schemas.openxmlformats.org/drawingml/2006/main">
            <a:off x="3295650" y="4267200"/>
            <a:ext cx="1114425" cy="0"/>
          </a:xfrm>
          <a:prstGeom xmlns:a="http://schemas.openxmlformats.org/drawingml/2006/main" prst="straightConnector1">
            <a:avLst/>
          </a:prstGeom>
          <a:ln xmlns:a="http://schemas.openxmlformats.org/drawingml/2006/main" w="19050">
            <a:solidFill>
              <a:srgbClr val="245C4B"/>
            </a:solidFill>
            <a:tailEnd type="triangle" w="sm" len="sm"/>
          </a:ln>
        </p:spPr>
      </p:cxnSp>
      <p:cxnSp>
        <p:nvCxnSpPr>
          <p:cNvPr id="9" name="">
            <a:extLst xmlns:a="http://schemas.openxmlformats.org/drawingml/2006/main">
              <a:ext uri="{FF2B5EF4-FFF2-40B4-BE49-F238E27FC236}">
                <a16:creationId xmlns:a16="http://schemas.microsoft.com/office/drawing/2014/main" id="{4FC54C1C-94F9-4087-B71A-08C98220B78A}"/>
              </a:ext>
            </a:extLst>
          </p:cNvPr>
          <p:cNvCxnSpPr>
            <a:stCxn xmlns:a="http://schemas.openxmlformats.org/drawingml/2006/main" id="6" idx="3"/>
            <a:endCxn xmlns:a="http://schemas.openxmlformats.org/drawingml/2006/main" id="7" idx="1"/>
          </p:cNvCxnSpPr>
          <p:nvPr/>
        </p:nvCxnSpPr>
        <p:spPr>
          <a:xfrm xmlns:a="http://schemas.openxmlformats.org/drawingml/2006/main">
            <a:off x="7648575" y="4267200"/>
            <a:ext cx="1095375" cy="0"/>
          </a:xfrm>
          <a:prstGeom xmlns:a="http://schemas.openxmlformats.org/drawingml/2006/main" prst="straightConnector1">
            <a:avLst/>
          </a:prstGeom>
          <a:ln xmlns:a="http://schemas.openxmlformats.org/drawingml/2006/main" w="19050">
            <a:solidFill>
              <a:srgbClr val="245C4B"/>
            </a:solidFill>
            <a:tailEnd type="triangle" w="sm" len="sm"/>
          </a:ln>
        </p:spPr>
      </p:cxnSp>
      <p:sp>
        <p:nvSpPr>
          <p:cNvPr id="10" name="">
            <a:extLst xmlns:a="http://schemas.openxmlformats.org/drawingml/2006/main">
              <a:ext uri="{FF2B5EF4-FFF2-40B4-BE49-F238E27FC236}">
                <a16:creationId xmlns:a16="http://schemas.microsoft.com/office/drawing/2014/main" id="{C2CEFB57-0380-4271-9F6D-B823733950D2}"/>
              </a:ext>
            </a:extLst>
          </p:cNvPr>
          <p:cNvSpPr>
            <a:spLocks xmlns:a="http://schemas.openxmlformats.org/drawingml/2006/main" noGrp="1"/>
          </p:cNvSpPr>
          <p:nvPr/>
        </p:nvSpPr>
        <p:spPr>
          <a:xfrm xmlns:a="http://schemas.openxmlformats.org/drawingml/2006/main">
            <a:off x="723900" y="566737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35594E"/>
                </a:solidFill>
                <a:latin typeface="Arial"/>
                <a:ea typeface="Arial"/>
                <a:cs typeface="Arial"/>
              </a:defRPr>
            </a:defPPr>
            <a:lvl1pPr>
              <a:defRPr sz="2025" b="0">
                <a:solidFill>
                  <a:srgbClr val="35594E"/>
                </a:solidFill>
                <a:latin typeface="Arial"/>
                <a:ea typeface="Arial"/>
                <a:cs typeface="Arial"/>
              </a:defRPr>
            </a:lvl1pPr>
            <a:lvl2pPr>
              <a:defRPr sz="2025" b="0">
                <a:solidFill>
                  <a:srgbClr val="35594E"/>
                </a:solidFill>
                <a:latin typeface="Arial"/>
                <a:ea typeface="Arial"/>
                <a:cs typeface="Arial"/>
              </a:defRPr>
            </a:lvl2pPr>
            <a:lvl3pPr>
              <a:defRPr sz="2025" b="0">
                <a:solidFill>
                  <a:srgbClr val="35594E"/>
                </a:solidFill>
                <a:latin typeface="Arial"/>
                <a:ea typeface="Arial"/>
                <a:cs typeface="Arial"/>
              </a:defRPr>
            </a:lvl3pPr>
            <a:lvl4pPr>
              <a:defRPr sz="2025" b="0">
                <a:solidFill>
                  <a:srgbClr val="35594E"/>
                </a:solidFill>
                <a:latin typeface="Arial"/>
                <a:ea typeface="Arial"/>
                <a:cs typeface="Arial"/>
              </a:defRPr>
            </a:lvl4pPr>
            <a:lvl5pPr>
              <a:defRPr sz="2025" b="0">
                <a:solidFill>
                  <a:srgbClr val="35594E"/>
                </a:solidFill>
                <a:latin typeface="Arial"/>
                <a:ea typeface="Arial"/>
                <a:cs typeface="Arial"/>
              </a:defRPr>
            </a:lvl5pPr>
            <a:lvl6pPr>
              <a:defRPr sz="2025" b="0">
                <a:solidFill>
                  <a:srgbClr val="35594E"/>
                </a:solidFill>
                <a:latin typeface="Arial"/>
                <a:ea typeface="Arial"/>
                <a:cs typeface="Arial"/>
              </a:defRPr>
            </a:lvl6pPr>
            <a:lvl7pPr>
              <a:defRPr sz="2025" b="0">
                <a:solidFill>
                  <a:srgbClr val="35594E"/>
                </a:solidFill>
                <a:latin typeface="Arial"/>
                <a:ea typeface="Arial"/>
                <a:cs typeface="Arial"/>
              </a:defRPr>
            </a:lvl7pPr>
            <a:lvl8pPr>
              <a:defRPr sz="2025" b="0">
                <a:solidFill>
                  <a:srgbClr val="35594E"/>
                </a:solidFill>
                <a:latin typeface="Arial"/>
                <a:ea typeface="Arial"/>
                <a:cs typeface="Arial"/>
              </a:defRPr>
            </a:lvl8pPr>
            <a:lvl9pPr>
              <a:defRPr sz="2025" b="0">
                <a:solidFill>
                  <a:srgbClr val="35594E"/>
                </a:solidFill>
                <a:latin typeface="Arial"/>
                <a:ea typeface="Arial"/>
                <a:cs typeface="Arial"/>
              </a:defRPr>
            </a:lvl9pPr>
          </a:lstStyle>
          <a:p xmlns:a="http://schemas.openxmlformats.org/drawingml/2006/main">
            <a:pPr>
              <a:defRPr sz="2025" b="0">
                <a:solidFill>
                  <a:srgbClr val="35594E"/>
                </a:solidFill>
                <a:latin typeface="Arial"/>
                <a:ea typeface="Arial"/>
                <a:cs typeface="Arial"/>
              </a:defRPr>
            </a:pPr>
            <a:r>
              <a:rPr sz="2025" b="0">
                <a:solidFill>
                  <a:srgbClr val="35594E"/>
                </a:solidFill>
                <a:latin typeface="Arial"/>
                <a:ea typeface="Arial"/>
                <a:cs typeface="Arial"/>
              </a:rPr>
              <a:t>Each follow-up means translating intent back into software.</a:t>
            </a:r>
          </a:p>
        </p:txBody>
      </p:sp>
    </p:spTree>
    <p:extLst>
      <p:ext uri="{BB962C8B-B14F-4D97-AF65-F5344CB8AC3E}">
        <p14:creationId xmlns:p14="http://schemas.microsoft.com/office/powerpoint/2010/main" val="7632883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B4A7279-C16D-4D3E-8A2A-82889E863427}"/>
              </a:ext>
            </a:extLst>
          </p:cNvPr>
          <p:cNvPicPr>
            <a:picLocks xmlns:a="http://schemas.openxmlformats.org/drawingml/2006/main" noChangeAspect="1"/>
          </p:cNvPicPr>
          <p:nvPr/>
        </p:nvPicPr>
        <p:blipFill>
          <a:blip xmlns:r="http://schemas.openxmlformats.org/officeDocument/2006/relationships" xmlns:a="http://schemas.openxmlformats.org/drawingml/2006/main" r:embed="R239772952c4446ac"/>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6B706C-65FF-4DCE-9315-F2BBF4638BFD}"/>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BBE48BD1-5DFF-4855-84EB-55BBDD43FB6F}"/>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D241C67-DC1D-4D47-84EF-31BEE707845D}"/>
              </a:ext>
            </a:extLst>
          </p:cNvPr>
          <p:cNvSpPr>
            <a:spLocks xmlns:a="http://schemas.openxmlformats.org/drawingml/2006/main" noGrp="1"/>
          </p:cNvSpPr>
          <p:nvPr/>
        </p:nvSpPr>
        <p:spPr>
          <a:xfrm xmlns:a="http://schemas.openxmlformats.org/drawingml/2006/main">
            <a:off x="685800" y="1352550"/>
            <a:ext cx="10810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a:solidFill>
                  <a:srgbClr val="102B25"/>
                </a:solidFill>
                <a:latin typeface="Arial"/>
                <a:ea typeface="Arial"/>
                <a:cs typeface="Arial"/>
              </a:defRPr>
            </a:defPPr>
            <a:lvl1pPr>
              <a:defRPr sz="4350" b="1">
                <a:solidFill>
                  <a:srgbClr val="102B25"/>
                </a:solidFill>
                <a:latin typeface="Arial"/>
                <a:ea typeface="Arial"/>
                <a:cs typeface="Arial"/>
              </a:defRPr>
            </a:lvl1pPr>
            <a:lvl2pPr>
              <a:defRPr sz="4350" b="1">
                <a:solidFill>
                  <a:srgbClr val="102B25"/>
                </a:solidFill>
                <a:latin typeface="Arial"/>
                <a:ea typeface="Arial"/>
                <a:cs typeface="Arial"/>
              </a:defRPr>
            </a:lvl2pPr>
            <a:lvl3pPr>
              <a:defRPr sz="4350" b="1">
                <a:solidFill>
                  <a:srgbClr val="102B25"/>
                </a:solidFill>
                <a:latin typeface="Arial"/>
                <a:ea typeface="Arial"/>
                <a:cs typeface="Arial"/>
              </a:defRPr>
            </a:lvl3pPr>
            <a:lvl4pPr>
              <a:defRPr sz="4350" b="1">
                <a:solidFill>
                  <a:srgbClr val="102B25"/>
                </a:solidFill>
                <a:latin typeface="Arial"/>
                <a:ea typeface="Arial"/>
                <a:cs typeface="Arial"/>
              </a:defRPr>
            </a:lvl4pPr>
            <a:lvl5pPr>
              <a:defRPr sz="4350" b="1">
                <a:solidFill>
                  <a:srgbClr val="102B25"/>
                </a:solidFill>
                <a:latin typeface="Arial"/>
                <a:ea typeface="Arial"/>
                <a:cs typeface="Arial"/>
              </a:defRPr>
            </a:lvl5pPr>
            <a:lvl6pPr>
              <a:defRPr sz="4350" b="1">
                <a:solidFill>
                  <a:srgbClr val="102B25"/>
                </a:solidFill>
                <a:latin typeface="Arial"/>
                <a:ea typeface="Arial"/>
                <a:cs typeface="Arial"/>
              </a:defRPr>
            </a:lvl6pPr>
            <a:lvl7pPr>
              <a:defRPr sz="4350" b="1">
                <a:solidFill>
                  <a:srgbClr val="102B25"/>
                </a:solidFill>
                <a:latin typeface="Arial"/>
                <a:ea typeface="Arial"/>
                <a:cs typeface="Arial"/>
              </a:defRPr>
            </a:lvl7pPr>
            <a:lvl8pPr>
              <a:defRPr sz="4350" b="1">
                <a:solidFill>
                  <a:srgbClr val="102B25"/>
                </a:solidFill>
                <a:latin typeface="Arial"/>
                <a:ea typeface="Arial"/>
                <a:cs typeface="Arial"/>
              </a:defRPr>
            </a:lvl8pPr>
            <a:lvl9pPr>
              <a:defRPr sz="4350" b="1">
                <a:solidFill>
                  <a:srgbClr val="102B25"/>
                </a:solidFill>
                <a:latin typeface="Arial"/>
                <a:ea typeface="Arial"/>
                <a:cs typeface="Arial"/>
              </a:defRPr>
            </a:lvl9pPr>
          </a:lstStyle>
          <a:p xmlns:a="http://schemas.openxmlformats.org/drawingml/2006/main">
            <a:pPr>
              <a:defRPr sz="4350" b="1">
                <a:solidFill>
                  <a:srgbClr val="102B25"/>
                </a:solidFill>
                <a:latin typeface="Arial"/>
                <a:ea typeface="Arial"/>
                <a:cs typeface="Arial"/>
              </a:defRPr>
            </a:pPr>
            <a:r>
              <a:rPr sz="4350" b="1">
                <a:solidFill>
                  <a:srgbClr val="102B25"/>
                </a:solidFill>
                <a:latin typeface="Arial"/>
                <a:ea typeface="Arial"/>
                <a:cs typeface="Arial"/>
              </a:rPr>
              <a:t>Penny connects your voice</a:t>
            </a:r>
          </a:p>
          <a:p xmlns:a="http://schemas.openxmlformats.org/drawingml/2006/main">
            <a:pPr>
              <a:defRPr sz="4350" b="1">
                <a:solidFill>
                  <a:srgbClr val="102B25"/>
                </a:solidFill>
                <a:latin typeface="Arial"/>
                <a:ea typeface="Arial"/>
                <a:cs typeface="Arial"/>
              </a:defRPr>
            </a:pPr>
            <a:r>
              <a:rPr sz="4350" b="1">
                <a:solidFill>
                  <a:srgbClr val="102B25"/>
                </a:solidFill>
                <a:latin typeface="Arial"/>
                <a:ea typeface="Arial"/>
                <a:cs typeface="Arial"/>
              </a:rPr>
              <a:t>to the real application</a:t>
            </a:r>
          </a:p>
        </p:txBody>
      </p:sp>
      <p:sp>
        <p:nvSpPr>
          <p:cNvPr id="5" name="You">
            <a:extLst xmlns:a="http://schemas.openxmlformats.org/drawingml/2006/main">
              <a:ext uri="{FF2B5EF4-FFF2-40B4-BE49-F238E27FC236}">
                <a16:creationId xmlns:a16="http://schemas.microsoft.com/office/drawing/2014/main" id="{13ECC0D2-9C9E-42D4-B2F3-5CC433ED5452}"/>
              </a:ext>
            </a:extLst>
          </p:cNvPr>
          <p:cNvSpPr>
            <a:spLocks xmlns:a="http://schemas.openxmlformats.org/drawingml/2006/main" noGrp="1"/>
          </p:cNvSpPr>
          <p:nvPr/>
        </p:nvSpPr>
        <p:spPr>
          <a:xfrm xmlns:a="http://schemas.openxmlformats.org/drawingml/2006/main">
            <a:off x="723900" y="3638550"/>
            <a:ext cx="2428875" cy="11811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550" b="0">
                <a:solidFill>
                  <a:srgbClr val="164C3C"/>
                </a:solidFill>
                <a:latin typeface="Arial"/>
                <a:ea typeface="Arial"/>
                <a:cs typeface="Arial"/>
              </a:defRPr>
            </a:defPPr>
            <a:lvl1pPr algn="ctr">
              <a:defRPr sz="2550" b="0">
                <a:solidFill>
                  <a:srgbClr val="164C3C"/>
                </a:solidFill>
                <a:latin typeface="Arial"/>
                <a:ea typeface="Arial"/>
                <a:cs typeface="Arial"/>
              </a:defRPr>
            </a:lvl1pPr>
            <a:lvl2pPr algn="ctr">
              <a:defRPr sz="2550" b="0">
                <a:solidFill>
                  <a:srgbClr val="164C3C"/>
                </a:solidFill>
                <a:latin typeface="Arial"/>
                <a:ea typeface="Arial"/>
                <a:cs typeface="Arial"/>
              </a:defRPr>
            </a:lvl2pPr>
            <a:lvl3pPr algn="ctr">
              <a:defRPr sz="2550" b="0">
                <a:solidFill>
                  <a:srgbClr val="164C3C"/>
                </a:solidFill>
                <a:latin typeface="Arial"/>
                <a:ea typeface="Arial"/>
                <a:cs typeface="Arial"/>
              </a:defRPr>
            </a:lvl3pPr>
            <a:lvl4pPr algn="ctr">
              <a:defRPr sz="2550" b="0">
                <a:solidFill>
                  <a:srgbClr val="164C3C"/>
                </a:solidFill>
                <a:latin typeface="Arial"/>
                <a:ea typeface="Arial"/>
                <a:cs typeface="Arial"/>
              </a:defRPr>
            </a:lvl4pPr>
            <a:lvl5pPr algn="ctr">
              <a:defRPr sz="2550" b="0">
                <a:solidFill>
                  <a:srgbClr val="164C3C"/>
                </a:solidFill>
                <a:latin typeface="Arial"/>
                <a:ea typeface="Arial"/>
                <a:cs typeface="Arial"/>
              </a:defRPr>
            </a:lvl5pPr>
            <a:lvl6pPr algn="ctr">
              <a:defRPr sz="2550" b="0">
                <a:solidFill>
                  <a:srgbClr val="164C3C"/>
                </a:solidFill>
                <a:latin typeface="Arial"/>
                <a:ea typeface="Arial"/>
                <a:cs typeface="Arial"/>
              </a:defRPr>
            </a:lvl6pPr>
            <a:lvl7pPr algn="ctr">
              <a:defRPr sz="2550" b="0">
                <a:solidFill>
                  <a:srgbClr val="164C3C"/>
                </a:solidFill>
                <a:latin typeface="Arial"/>
                <a:ea typeface="Arial"/>
                <a:cs typeface="Arial"/>
              </a:defRPr>
            </a:lvl7pPr>
            <a:lvl8pPr algn="ctr">
              <a:defRPr sz="2550" b="0">
                <a:solidFill>
                  <a:srgbClr val="164C3C"/>
                </a:solidFill>
                <a:latin typeface="Arial"/>
                <a:ea typeface="Arial"/>
                <a:cs typeface="Arial"/>
              </a:defRPr>
            </a:lvl8pPr>
            <a:lvl9pPr algn="ctr">
              <a:defRPr sz="2550" b="0">
                <a:solidFill>
                  <a:srgbClr val="164C3C"/>
                </a:solidFill>
                <a:latin typeface="Arial"/>
                <a:ea typeface="Arial"/>
                <a:cs typeface="Arial"/>
              </a:defRPr>
            </a:lvl9pPr>
          </a:lstStyle>
          <a:p xmlns:a="http://schemas.openxmlformats.org/drawingml/2006/main">
            <a:pPr algn="ctr">
              <a:defRPr sz="2550" b="0">
                <a:solidFill>
                  <a:srgbClr val="164C3C"/>
                </a:solidFill>
                <a:latin typeface="Arial"/>
                <a:ea typeface="Arial"/>
                <a:cs typeface="Arial"/>
              </a:defRPr>
            </a:pPr>
            <a:r>
              <a:rPr sz="2550" b="0">
                <a:solidFill>
                  <a:srgbClr val="164C3C"/>
                </a:solidFill>
                <a:latin typeface="Arial"/>
                <a:ea typeface="Arial"/>
                <a:cs typeface="Arial"/>
              </a:rPr>
              <a:t>You</a:t>
            </a:r>
          </a:p>
        </p:txBody>
      </p:sp>
      <p:sp>
        <p:nvSpPr>
          <p:cNvPr id="6" name="Penny">
            <a:extLst xmlns:a="http://schemas.openxmlformats.org/drawingml/2006/main">
              <a:ext uri="{FF2B5EF4-FFF2-40B4-BE49-F238E27FC236}">
                <a16:creationId xmlns:a16="http://schemas.microsoft.com/office/drawing/2014/main" id="{FA02FC92-1D6D-40BB-B6CE-E9BDA3AFFC86}"/>
              </a:ext>
            </a:extLst>
          </p:cNvPr>
          <p:cNvSpPr>
            <a:spLocks xmlns:a="http://schemas.openxmlformats.org/drawingml/2006/main" noGrp="1"/>
          </p:cNvSpPr>
          <p:nvPr/>
        </p:nvSpPr>
        <p:spPr>
          <a:xfrm xmlns:a="http://schemas.openxmlformats.org/drawingml/2006/main">
            <a:off x="4800600" y="3638550"/>
            <a:ext cx="2428875" cy="1181100"/>
          </a:xfrm>
          <a:prstGeom xmlns:a="http://schemas.openxmlformats.org/drawingml/2006/main" prst="rect">
            <a:avLst/>
          </a:prstGeom>
          <a:solidFill xmlns:a="http://schemas.openxmlformats.org/drawingml/2006/main">
            <a:srgbClr val="164C3C"/>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700" b="1">
                <a:solidFill>
                  <a:srgbClr val="FFFFFF"/>
                </a:solidFill>
                <a:latin typeface="Arial"/>
                <a:ea typeface="Arial"/>
                <a:cs typeface="Arial"/>
              </a:defRPr>
            </a:defPPr>
            <a:lvl1pPr algn="ctr">
              <a:defRPr sz="2700" b="1">
                <a:solidFill>
                  <a:srgbClr val="FFFFFF"/>
                </a:solidFill>
                <a:latin typeface="Arial"/>
                <a:ea typeface="Arial"/>
                <a:cs typeface="Arial"/>
              </a:defRPr>
            </a:lvl1pPr>
            <a:lvl2pPr algn="ctr">
              <a:defRPr sz="2700" b="1">
                <a:solidFill>
                  <a:srgbClr val="FFFFFF"/>
                </a:solidFill>
                <a:latin typeface="Arial"/>
                <a:ea typeface="Arial"/>
                <a:cs typeface="Arial"/>
              </a:defRPr>
            </a:lvl2pPr>
            <a:lvl3pPr algn="ctr">
              <a:defRPr sz="2700" b="1">
                <a:solidFill>
                  <a:srgbClr val="FFFFFF"/>
                </a:solidFill>
                <a:latin typeface="Arial"/>
                <a:ea typeface="Arial"/>
                <a:cs typeface="Arial"/>
              </a:defRPr>
            </a:lvl3pPr>
            <a:lvl4pPr algn="ctr">
              <a:defRPr sz="2700" b="1">
                <a:solidFill>
                  <a:srgbClr val="FFFFFF"/>
                </a:solidFill>
                <a:latin typeface="Arial"/>
                <a:ea typeface="Arial"/>
                <a:cs typeface="Arial"/>
              </a:defRPr>
            </a:lvl4pPr>
            <a:lvl5pPr algn="ctr">
              <a:defRPr sz="2700" b="1">
                <a:solidFill>
                  <a:srgbClr val="FFFFFF"/>
                </a:solidFill>
                <a:latin typeface="Arial"/>
                <a:ea typeface="Arial"/>
                <a:cs typeface="Arial"/>
              </a:defRPr>
            </a:lvl5pPr>
            <a:lvl6pPr algn="ctr">
              <a:defRPr sz="2700" b="1">
                <a:solidFill>
                  <a:srgbClr val="FFFFFF"/>
                </a:solidFill>
                <a:latin typeface="Arial"/>
                <a:ea typeface="Arial"/>
                <a:cs typeface="Arial"/>
              </a:defRPr>
            </a:lvl6pPr>
            <a:lvl7pPr algn="ctr">
              <a:defRPr sz="2700" b="1">
                <a:solidFill>
                  <a:srgbClr val="FFFFFF"/>
                </a:solidFill>
                <a:latin typeface="Arial"/>
                <a:ea typeface="Arial"/>
                <a:cs typeface="Arial"/>
              </a:defRPr>
            </a:lvl7pPr>
            <a:lvl8pPr algn="ctr">
              <a:defRPr sz="2700" b="1">
                <a:solidFill>
                  <a:srgbClr val="FFFFFF"/>
                </a:solidFill>
                <a:latin typeface="Arial"/>
                <a:ea typeface="Arial"/>
                <a:cs typeface="Arial"/>
              </a:defRPr>
            </a:lvl8pPr>
            <a:lvl9pPr algn="ctr">
              <a:defRPr sz="2700" b="1">
                <a:solidFill>
                  <a:srgbClr val="FFFFFF"/>
                </a:solidFill>
                <a:latin typeface="Arial"/>
                <a:ea typeface="Arial"/>
                <a:cs typeface="Arial"/>
              </a:defRPr>
            </a:lvl9pPr>
          </a:lstStyle>
          <a:p xmlns:a="http://schemas.openxmlformats.org/drawingml/2006/main">
            <a:pPr algn="ctr">
              <a:defRPr sz="2700" b="1">
                <a:solidFill>
                  <a:srgbClr val="FFFFFF"/>
                </a:solidFill>
                <a:latin typeface="Arial"/>
                <a:ea typeface="Arial"/>
                <a:cs typeface="Arial"/>
              </a:defRPr>
            </a:pPr>
            <a:r>
              <a:rPr sz="2700" b="1">
                <a:solidFill>
                  <a:srgbClr val="FFFFFF"/>
                </a:solidFill>
                <a:latin typeface="Arial"/>
                <a:ea typeface="Arial"/>
                <a:cs typeface="Arial"/>
              </a:rPr>
              <a:t>Penny</a:t>
            </a:r>
          </a:p>
        </p:txBody>
      </p:sp>
      <p:sp>
        <p:nvSpPr>
          <p:cNvPr id="7" name="Fiji / QuPath">
            <a:extLst xmlns:a="http://schemas.openxmlformats.org/drawingml/2006/main">
              <a:ext uri="{FF2B5EF4-FFF2-40B4-BE49-F238E27FC236}">
                <a16:creationId xmlns:a16="http://schemas.microsoft.com/office/drawing/2014/main" id="{3642870C-10BF-4E00-AC06-E0CE0FB1C7C1}"/>
              </a:ext>
            </a:extLst>
          </p:cNvPr>
          <p:cNvSpPr>
            <a:spLocks xmlns:a="http://schemas.openxmlformats.org/drawingml/2006/main" noGrp="1"/>
          </p:cNvSpPr>
          <p:nvPr/>
        </p:nvSpPr>
        <p:spPr>
          <a:xfrm xmlns:a="http://schemas.openxmlformats.org/drawingml/2006/main">
            <a:off x="8877300" y="3638550"/>
            <a:ext cx="2628900" cy="11811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250" b="0">
                <a:solidFill>
                  <a:srgbClr val="164C3C"/>
                </a:solidFill>
                <a:latin typeface="Arial"/>
                <a:ea typeface="Arial"/>
                <a:cs typeface="Arial"/>
              </a:defRPr>
            </a:defPPr>
            <a:lvl1pPr algn="ctr">
              <a:defRPr sz="2250" b="0">
                <a:solidFill>
                  <a:srgbClr val="164C3C"/>
                </a:solidFill>
                <a:latin typeface="Arial"/>
                <a:ea typeface="Arial"/>
                <a:cs typeface="Arial"/>
              </a:defRPr>
            </a:lvl1pPr>
            <a:lvl2pPr algn="ctr">
              <a:defRPr sz="2250" b="0">
                <a:solidFill>
                  <a:srgbClr val="164C3C"/>
                </a:solidFill>
                <a:latin typeface="Arial"/>
                <a:ea typeface="Arial"/>
                <a:cs typeface="Arial"/>
              </a:defRPr>
            </a:lvl2pPr>
            <a:lvl3pPr algn="ctr">
              <a:defRPr sz="2250" b="0">
                <a:solidFill>
                  <a:srgbClr val="164C3C"/>
                </a:solidFill>
                <a:latin typeface="Arial"/>
                <a:ea typeface="Arial"/>
                <a:cs typeface="Arial"/>
              </a:defRPr>
            </a:lvl3pPr>
            <a:lvl4pPr algn="ctr">
              <a:defRPr sz="2250" b="0">
                <a:solidFill>
                  <a:srgbClr val="164C3C"/>
                </a:solidFill>
                <a:latin typeface="Arial"/>
                <a:ea typeface="Arial"/>
                <a:cs typeface="Arial"/>
              </a:defRPr>
            </a:lvl4pPr>
            <a:lvl5pPr algn="ctr">
              <a:defRPr sz="2250" b="0">
                <a:solidFill>
                  <a:srgbClr val="164C3C"/>
                </a:solidFill>
                <a:latin typeface="Arial"/>
                <a:ea typeface="Arial"/>
                <a:cs typeface="Arial"/>
              </a:defRPr>
            </a:lvl5pPr>
            <a:lvl6pPr algn="ctr">
              <a:defRPr sz="2250" b="0">
                <a:solidFill>
                  <a:srgbClr val="164C3C"/>
                </a:solidFill>
                <a:latin typeface="Arial"/>
                <a:ea typeface="Arial"/>
                <a:cs typeface="Arial"/>
              </a:defRPr>
            </a:lvl6pPr>
            <a:lvl7pPr algn="ctr">
              <a:defRPr sz="2250" b="0">
                <a:solidFill>
                  <a:srgbClr val="164C3C"/>
                </a:solidFill>
                <a:latin typeface="Arial"/>
                <a:ea typeface="Arial"/>
                <a:cs typeface="Arial"/>
              </a:defRPr>
            </a:lvl7pPr>
            <a:lvl8pPr algn="ctr">
              <a:defRPr sz="2250" b="0">
                <a:solidFill>
                  <a:srgbClr val="164C3C"/>
                </a:solidFill>
                <a:latin typeface="Arial"/>
                <a:ea typeface="Arial"/>
                <a:cs typeface="Arial"/>
              </a:defRPr>
            </a:lvl8pPr>
            <a:lvl9pPr algn="ctr">
              <a:defRPr sz="2250" b="0">
                <a:solidFill>
                  <a:srgbClr val="164C3C"/>
                </a:solidFill>
                <a:latin typeface="Arial"/>
                <a:ea typeface="Arial"/>
                <a:cs typeface="Arial"/>
              </a:defRPr>
            </a:lvl9pPr>
          </a:lstStyle>
          <a:p xmlns:a="http://schemas.openxmlformats.org/drawingml/2006/main">
            <a:pPr algn="ctr">
              <a:defRPr sz="2250" b="0">
                <a:solidFill>
                  <a:srgbClr val="164C3C"/>
                </a:solidFill>
                <a:latin typeface="Arial"/>
                <a:ea typeface="Arial"/>
                <a:cs typeface="Arial"/>
              </a:defRPr>
            </a:pPr>
            <a:r>
              <a:rPr sz="2250" b="0">
                <a:solidFill>
                  <a:srgbClr val="164C3C"/>
                </a:solidFill>
                <a:latin typeface="Arial"/>
                <a:ea typeface="Arial"/>
                <a:cs typeface="Arial"/>
              </a:rPr>
              <a:t>Fiji / QuPath</a:t>
            </a:r>
          </a:p>
        </p:txBody>
      </p:sp>
      <p:cxnSp>
        <p:nvCxnSpPr>
          <p:cNvPr id="8" name="">
            <a:extLst xmlns:a="http://schemas.openxmlformats.org/drawingml/2006/main">
              <a:ext uri="{FF2B5EF4-FFF2-40B4-BE49-F238E27FC236}">
                <a16:creationId xmlns:a16="http://schemas.microsoft.com/office/drawing/2014/main" id="{BEADFE2E-ECC8-4A95-A857-27AA79777D63}"/>
              </a:ext>
            </a:extLst>
          </p:cNvPr>
          <p:cNvCxnSpPr>
            <a:stCxn xmlns:a="http://schemas.openxmlformats.org/drawingml/2006/main" id="5" idx="3"/>
            <a:endCxn xmlns:a="http://schemas.openxmlformats.org/drawingml/2006/main" id="6" idx="1"/>
          </p:cNvCxnSpPr>
          <p:nvPr/>
        </p:nvCxnSpPr>
        <p:spPr>
          <a:xfrm xmlns:a="http://schemas.openxmlformats.org/drawingml/2006/main">
            <a:off x="3152775" y="4229100"/>
            <a:ext cx="1647825" cy="0"/>
          </a:xfrm>
          <a:prstGeom xmlns:a="http://schemas.openxmlformats.org/drawingml/2006/main" prst="straightConnector1">
            <a:avLst/>
          </a:prstGeom>
          <a:ln xmlns:a="http://schemas.openxmlformats.org/drawingml/2006/main" w="19050">
            <a:solidFill>
              <a:srgbClr val="245C4B"/>
            </a:solidFill>
            <a:headEnd type="triangle" w="sm" len="sm"/>
            <a:tailEnd type="triangle" w="sm" len="sm"/>
          </a:ln>
        </p:spPr>
      </p:cxnSp>
      <p:cxnSp>
        <p:nvCxnSpPr>
          <p:cNvPr id="9" name="">
            <a:extLst xmlns:a="http://schemas.openxmlformats.org/drawingml/2006/main">
              <a:ext uri="{FF2B5EF4-FFF2-40B4-BE49-F238E27FC236}">
                <a16:creationId xmlns:a16="http://schemas.microsoft.com/office/drawing/2014/main" id="{65876F72-92DA-482B-B143-B5D4FCD41830}"/>
              </a:ext>
            </a:extLst>
          </p:cNvPr>
          <p:cNvCxnSpPr>
            <a:stCxn xmlns:a="http://schemas.openxmlformats.org/drawingml/2006/main" id="6" idx="3"/>
            <a:endCxn xmlns:a="http://schemas.openxmlformats.org/drawingml/2006/main" id="7" idx="1"/>
          </p:cNvCxnSpPr>
          <p:nvPr/>
        </p:nvCxnSpPr>
        <p:spPr>
          <a:xfrm xmlns:a="http://schemas.openxmlformats.org/drawingml/2006/main">
            <a:off x="7229475" y="4229100"/>
            <a:ext cx="1647825" cy="0"/>
          </a:xfrm>
          <a:prstGeom xmlns:a="http://schemas.openxmlformats.org/drawingml/2006/main" prst="straightConnector1">
            <a:avLst/>
          </a:prstGeom>
          <a:ln xmlns:a="http://schemas.openxmlformats.org/drawingml/2006/main" w="19050">
            <a:solidFill>
              <a:srgbClr val="245C4B"/>
            </a:solidFill>
            <a:headEnd type="triangle" w="sm" len="sm"/>
            <a:tailEnd type="triangle" w="sm" len="sm"/>
          </a:ln>
        </p:spPr>
      </p:cxnSp>
      <p:sp>
        <p:nvSpPr>
          <p:cNvPr id="10" name="">
            <a:extLst xmlns:a="http://schemas.openxmlformats.org/drawingml/2006/main">
              <a:ext uri="{FF2B5EF4-FFF2-40B4-BE49-F238E27FC236}">
                <a16:creationId xmlns:a16="http://schemas.microsoft.com/office/drawing/2014/main" id="{F5F41522-06A3-43D6-B660-6E3394296974}"/>
              </a:ext>
            </a:extLst>
          </p:cNvPr>
          <p:cNvSpPr>
            <a:spLocks xmlns:a="http://schemas.openxmlformats.org/drawingml/2006/main" noGrp="1"/>
          </p:cNvSpPr>
          <p:nvPr/>
        </p:nvSpPr>
        <p:spPr>
          <a:xfrm xmlns:a="http://schemas.openxmlformats.org/drawingml/2006/main">
            <a:off x="3352800" y="3248025"/>
            <a:ext cx="138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4F40"/>
                </a:solidFill>
                <a:latin typeface="Arial"/>
                <a:ea typeface="Arial"/>
                <a:cs typeface="Arial"/>
              </a:defRPr>
            </a:defPPr>
            <a:lvl1pPr>
              <a:defRPr sz="1725" b="0">
                <a:solidFill>
                  <a:srgbClr val="184F40"/>
                </a:solidFill>
                <a:latin typeface="Arial"/>
                <a:ea typeface="Arial"/>
                <a:cs typeface="Arial"/>
              </a:defRPr>
            </a:lvl1pPr>
            <a:lvl2pPr>
              <a:defRPr sz="1725" b="0">
                <a:solidFill>
                  <a:srgbClr val="184F40"/>
                </a:solidFill>
                <a:latin typeface="Arial"/>
                <a:ea typeface="Arial"/>
                <a:cs typeface="Arial"/>
              </a:defRPr>
            </a:lvl2pPr>
            <a:lvl3pPr>
              <a:defRPr sz="1725" b="0">
                <a:solidFill>
                  <a:srgbClr val="184F40"/>
                </a:solidFill>
                <a:latin typeface="Arial"/>
                <a:ea typeface="Arial"/>
                <a:cs typeface="Arial"/>
              </a:defRPr>
            </a:lvl3pPr>
            <a:lvl4pPr>
              <a:defRPr sz="1725" b="0">
                <a:solidFill>
                  <a:srgbClr val="184F40"/>
                </a:solidFill>
                <a:latin typeface="Arial"/>
                <a:ea typeface="Arial"/>
                <a:cs typeface="Arial"/>
              </a:defRPr>
            </a:lvl4pPr>
            <a:lvl5pPr>
              <a:defRPr sz="1725" b="0">
                <a:solidFill>
                  <a:srgbClr val="184F40"/>
                </a:solidFill>
                <a:latin typeface="Arial"/>
                <a:ea typeface="Arial"/>
                <a:cs typeface="Arial"/>
              </a:defRPr>
            </a:lvl5pPr>
            <a:lvl6pPr>
              <a:defRPr sz="1725" b="0">
                <a:solidFill>
                  <a:srgbClr val="184F40"/>
                </a:solidFill>
                <a:latin typeface="Arial"/>
                <a:ea typeface="Arial"/>
                <a:cs typeface="Arial"/>
              </a:defRPr>
            </a:lvl6pPr>
            <a:lvl7pPr>
              <a:defRPr sz="1725" b="0">
                <a:solidFill>
                  <a:srgbClr val="184F40"/>
                </a:solidFill>
                <a:latin typeface="Arial"/>
                <a:ea typeface="Arial"/>
                <a:cs typeface="Arial"/>
              </a:defRPr>
            </a:lvl7pPr>
            <a:lvl8pPr>
              <a:defRPr sz="1725" b="0">
                <a:solidFill>
                  <a:srgbClr val="184F40"/>
                </a:solidFill>
                <a:latin typeface="Arial"/>
                <a:ea typeface="Arial"/>
                <a:cs typeface="Arial"/>
              </a:defRPr>
            </a:lvl8pPr>
            <a:lvl9pPr>
              <a:defRPr sz="1725" b="0">
                <a:solidFill>
                  <a:srgbClr val="184F40"/>
                </a:solidFill>
                <a:latin typeface="Arial"/>
                <a:ea typeface="Arial"/>
                <a:cs typeface="Arial"/>
              </a:defRPr>
            </a:lvl9pPr>
          </a:lstStyle>
          <a:p xmlns:a="http://schemas.openxmlformats.org/drawingml/2006/main">
            <a:pPr>
              <a:defRPr sz="1725" b="0">
                <a:solidFill>
                  <a:srgbClr val="184F40"/>
                </a:solidFill>
                <a:latin typeface="Arial"/>
                <a:ea typeface="Arial"/>
                <a:cs typeface="Arial"/>
              </a:defRPr>
            </a:pPr>
            <a:r>
              <a:rPr sz="1725" b="0">
                <a:solidFill>
                  <a:srgbClr val="184F40"/>
                </a:solidFill>
                <a:latin typeface="Arial"/>
                <a:ea typeface="Arial"/>
                <a:cs typeface="Arial"/>
              </a:rPr>
              <a:t>Request</a:t>
            </a:r>
          </a:p>
        </p:txBody>
      </p:sp>
      <p:sp>
        <p:nvSpPr>
          <p:cNvPr id="11" name="">
            <a:extLst xmlns:a="http://schemas.openxmlformats.org/drawingml/2006/main">
              <a:ext uri="{FF2B5EF4-FFF2-40B4-BE49-F238E27FC236}">
                <a16:creationId xmlns:a16="http://schemas.microsoft.com/office/drawing/2014/main" id="{EDCF59CB-1E65-4365-B232-6EC8A84BD995}"/>
              </a:ext>
            </a:extLst>
          </p:cNvPr>
          <p:cNvSpPr>
            <a:spLocks xmlns:a="http://schemas.openxmlformats.org/drawingml/2006/main" noGrp="1"/>
          </p:cNvSpPr>
          <p:nvPr/>
        </p:nvSpPr>
        <p:spPr>
          <a:xfrm xmlns:a="http://schemas.openxmlformats.org/drawingml/2006/main">
            <a:off x="7667625" y="3248025"/>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184F40"/>
                </a:solidFill>
                <a:latin typeface="Arial"/>
                <a:ea typeface="Arial"/>
                <a:cs typeface="Arial"/>
              </a:defRPr>
            </a:defPPr>
            <a:lvl1pPr>
              <a:defRPr sz="1725" b="0">
                <a:solidFill>
                  <a:srgbClr val="184F40"/>
                </a:solidFill>
                <a:latin typeface="Arial"/>
                <a:ea typeface="Arial"/>
                <a:cs typeface="Arial"/>
              </a:defRPr>
            </a:lvl1pPr>
            <a:lvl2pPr>
              <a:defRPr sz="1725" b="0">
                <a:solidFill>
                  <a:srgbClr val="184F40"/>
                </a:solidFill>
                <a:latin typeface="Arial"/>
                <a:ea typeface="Arial"/>
                <a:cs typeface="Arial"/>
              </a:defRPr>
            </a:lvl2pPr>
            <a:lvl3pPr>
              <a:defRPr sz="1725" b="0">
                <a:solidFill>
                  <a:srgbClr val="184F40"/>
                </a:solidFill>
                <a:latin typeface="Arial"/>
                <a:ea typeface="Arial"/>
                <a:cs typeface="Arial"/>
              </a:defRPr>
            </a:lvl3pPr>
            <a:lvl4pPr>
              <a:defRPr sz="1725" b="0">
                <a:solidFill>
                  <a:srgbClr val="184F40"/>
                </a:solidFill>
                <a:latin typeface="Arial"/>
                <a:ea typeface="Arial"/>
                <a:cs typeface="Arial"/>
              </a:defRPr>
            </a:lvl4pPr>
            <a:lvl5pPr>
              <a:defRPr sz="1725" b="0">
                <a:solidFill>
                  <a:srgbClr val="184F40"/>
                </a:solidFill>
                <a:latin typeface="Arial"/>
                <a:ea typeface="Arial"/>
                <a:cs typeface="Arial"/>
              </a:defRPr>
            </a:lvl5pPr>
            <a:lvl6pPr>
              <a:defRPr sz="1725" b="0">
                <a:solidFill>
                  <a:srgbClr val="184F40"/>
                </a:solidFill>
                <a:latin typeface="Arial"/>
                <a:ea typeface="Arial"/>
                <a:cs typeface="Arial"/>
              </a:defRPr>
            </a:lvl6pPr>
            <a:lvl7pPr>
              <a:defRPr sz="1725" b="0">
                <a:solidFill>
                  <a:srgbClr val="184F40"/>
                </a:solidFill>
                <a:latin typeface="Arial"/>
                <a:ea typeface="Arial"/>
                <a:cs typeface="Arial"/>
              </a:defRPr>
            </a:lvl7pPr>
            <a:lvl8pPr>
              <a:defRPr sz="1725" b="0">
                <a:solidFill>
                  <a:srgbClr val="184F40"/>
                </a:solidFill>
                <a:latin typeface="Arial"/>
                <a:ea typeface="Arial"/>
                <a:cs typeface="Arial"/>
              </a:defRPr>
            </a:lvl8pPr>
            <a:lvl9pPr>
              <a:defRPr sz="1725" b="0">
                <a:solidFill>
                  <a:srgbClr val="184F40"/>
                </a:solidFill>
                <a:latin typeface="Arial"/>
                <a:ea typeface="Arial"/>
                <a:cs typeface="Arial"/>
              </a:defRPr>
            </a:lvl9pPr>
          </a:lstStyle>
          <a:p xmlns:a="http://schemas.openxmlformats.org/drawingml/2006/main">
            <a:pPr>
              <a:defRPr sz="1725" b="0">
                <a:solidFill>
                  <a:srgbClr val="184F40"/>
                </a:solidFill>
                <a:latin typeface="Arial"/>
                <a:ea typeface="Arial"/>
                <a:cs typeface="Arial"/>
              </a:defRPr>
            </a:pPr>
            <a:r>
              <a:rPr sz="1725" b="0">
                <a:solidFill>
                  <a:srgbClr val="184F40"/>
                </a:solidFill>
                <a:latin typeface="Arial"/>
                <a:ea typeface="Arial"/>
                <a:cs typeface="Arial"/>
              </a:rPr>
              <a:t>Action</a:t>
            </a:r>
          </a:p>
        </p:txBody>
      </p:sp>
      <p:sp>
        <p:nvSpPr>
          <p:cNvPr id="12" name="">
            <a:extLst xmlns:a="http://schemas.openxmlformats.org/drawingml/2006/main">
              <a:ext uri="{FF2B5EF4-FFF2-40B4-BE49-F238E27FC236}">
                <a16:creationId xmlns:a16="http://schemas.microsoft.com/office/drawing/2014/main" id="{58C03E5F-D63E-423F-A349-D1647482A33B}"/>
              </a:ext>
            </a:extLst>
          </p:cNvPr>
          <p:cNvSpPr>
            <a:spLocks xmlns:a="http://schemas.openxmlformats.org/drawingml/2006/main" noGrp="1"/>
          </p:cNvSpPr>
          <p:nvPr/>
        </p:nvSpPr>
        <p:spPr>
          <a:xfrm xmlns:a="http://schemas.openxmlformats.org/drawingml/2006/main">
            <a:off x="3276600" y="5029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35594E"/>
                </a:solidFill>
                <a:latin typeface="Arial"/>
                <a:ea typeface="Arial"/>
                <a:cs typeface="Arial"/>
              </a:defRPr>
            </a:defPPr>
            <a:lvl1pPr>
              <a:defRPr sz="1650" b="0">
                <a:solidFill>
                  <a:srgbClr val="35594E"/>
                </a:solidFill>
                <a:latin typeface="Arial"/>
                <a:ea typeface="Arial"/>
                <a:cs typeface="Arial"/>
              </a:defRPr>
            </a:lvl1pPr>
            <a:lvl2pPr>
              <a:defRPr sz="1650" b="0">
                <a:solidFill>
                  <a:srgbClr val="35594E"/>
                </a:solidFill>
                <a:latin typeface="Arial"/>
                <a:ea typeface="Arial"/>
                <a:cs typeface="Arial"/>
              </a:defRPr>
            </a:lvl2pPr>
            <a:lvl3pPr>
              <a:defRPr sz="1650" b="0">
                <a:solidFill>
                  <a:srgbClr val="35594E"/>
                </a:solidFill>
                <a:latin typeface="Arial"/>
                <a:ea typeface="Arial"/>
                <a:cs typeface="Arial"/>
              </a:defRPr>
            </a:lvl3pPr>
            <a:lvl4pPr>
              <a:defRPr sz="1650" b="0">
                <a:solidFill>
                  <a:srgbClr val="35594E"/>
                </a:solidFill>
                <a:latin typeface="Arial"/>
                <a:ea typeface="Arial"/>
                <a:cs typeface="Arial"/>
              </a:defRPr>
            </a:lvl4pPr>
            <a:lvl5pPr>
              <a:defRPr sz="1650" b="0">
                <a:solidFill>
                  <a:srgbClr val="35594E"/>
                </a:solidFill>
                <a:latin typeface="Arial"/>
                <a:ea typeface="Arial"/>
                <a:cs typeface="Arial"/>
              </a:defRPr>
            </a:lvl5pPr>
            <a:lvl6pPr>
              <a:defRPr sz="1650" b="0">
                <a:solidFill>
                  <a:srgbClr val="35594E"/>
                </a:solidFill>
                <a:latin typeface="Arial"/>
                <a:ea typeface="Arial"/>
                <a:cs typeface="Arial"/>
              </a:defRPr>
            </a:lvl6pPr>
            <a:lvl7pPr>
              <a:defRPr sz="1650" b="0">
                <a:solidFill>
                  <a:srgbClr val="35594E"/>
                </a:solidFill>
                <a:latin typeface="Arial"/>
                <a:ea typeface="Arial"/>
                <a:cs typeface="Arial"/>
              </a:defRPr>
            </a:lvl7pPr>
            <a:lvl8pPr>
              <a:defRPr sz="1650" b="0">
                <a:solidFill>
                  <a:srgbClr val="35594E"/>
                </a:solidFill>
                <a:latin typeface="Arial"/>
                <a:ea typeface="Arial"/>
                <a:cs typeface="Arial"/>
              </a:defRPr>
            </a:lvl8pPr>
            <a:lvl9pPr>
              <a:defRPr sz="1650" b="0">
                <a:solidFill>
                  <a:srgbClr val="35594E"/>
                </a:solidFill>
                <a:latin typeface="Arial"/>
                <a:ea typeface="Arial"/>
                <a:cs typeface="Arial"/>
              </a:defRPr>
            </a:lvl9pPr>
          </a:lstStyle>
          <a:p xmlns:a="http://schemas.openxmlformats.org/drawingml/2006/main">
            <a:pPr>
              <a:defRPr sz="1650" b="0">
                <a:solidFill>
                  <a:srgbClr val="35594E"/>
                </a:solidFill>
                <a:latin typeface="Arial"/>
                <a:ea typeface="Arial"/>
                <a:cs typeface="Arial"/>
              </a:defRPr>
            </a:pPr>
            <a:r>
              <a:rPr sz="1650" b="0">
                <a:solidFill>
                  <a:srgbClr val="35594E"/>
                </a:solidFill>
                <a:latin typeface="Arial"/>
                <a:ea typeface="Arial"/>
                <a:cs typeface="Arial"/>
              </a:rPr>
              <a:t>Measured reply</a:t>
            </a:r>
          </a:p>
        </p:txBody>
      </p:sp>
      <p:sp>
        <p:nvSpPr>
          <p:cNvPr id="13" name="">
            <a:extLst xmlns:a="http://schemas.openxmlformats.org/drawingml/2006/main">
              <a:ext uri="{FF2B5EF4-FFF2-40B4-BE49-F238E27FC236}">
                <a16:creationId xmlns:a16="http://schemas.microsoft.com/office/drawing/2014/main" id="{DE59510E-A37C-435E-B3FD-E72E1AB632FE}"/>
              </a:ext>
            </a:extLst>
          </p:cNvPr>
          <p:cNvSpPr>
            <a:spLocks xmlns:a="http://schemas.openxmlformats.org/drawingml/2006/main" noGrp="1"/>
          </p:cNvSpPr>
          <p:nvPr/>
        </p:nvSpPr>
        <p:spPr>
          <a:xfrm xmlns:a="http://schemas.openxmlformats.org/drawingml/2006/main">
            <a:off x="7524750" y="502920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a:solidFill>
                  <a:srgbClr val="35594E"/>
                </a:solidFill>
                <a:latin typeface="Arial"/>
                <a:ea typeface="Arial"/>
                <a:cs typeface="Arial"/>
              </a:defRPr>
            </a:defPPr>
            <a:lvl1pPr>
              <a:defRPr sz="1650" b="0">
                <a:solidFill>
                  <a:srgbClr val="35594E"/>
                </a:solidFill>
                <a:latin typeface="Arial"/>
                <a:ea typeface="Arial"/>
                <a:cs typeface="Arial"/>
              </a:defRPr>
            </a:lvl1pPr>
            <a:lvl2pPr>
              <a:defRPr sz="1650" b="0">
                <a:solidFill>
                  <a:srgbClr val="35594E"/>
                </a:solidFill>
                <a:latin typeface="Arial"/>
                <a:ea typeface="Arial"/>
                <a:cs typeface="Arial"/>
              </a:defRPr>
            </a:lvl2pPr>
            <a:lvl3pPr>
              <a:defRPr sz="1650" b="0">
                <a:solidFill>
                  <a:srgbClr val="35594E"/>
                </a:solidFill>
                <a:latin typeface="Arial"/>
                <a:ea typeface="Arial"/>
                <a:cs typeface="Arial"/>
              </a:defRPr>
            </a:lvl3pPr>
            <a:lvl4pPr>
              <a:defRPr sz="1650" b="0">
                <a:solidFill>
                  <a:srgbClr val="35594E"/>
                </a:solidFill>
                <a:latin typeface="Arial"/>
                <a:ea typeface="Arial"/>
                <a:cs typeface="Arial"/>
              </a:defRPr>
            </a:lvl4pPr>
            <a:lvl5pPr>
              <a:defRPr sz="1650" b="0">
                <a:solidFill>
                  <a:srgbClr val="35594E"/>
                </a:solidFill>
                <a:latin typeface="Arial"/>
                <a:ea typeface="Arial"/>
                <a:cs typeface="Arial"/>
              </a:defRPr>
            </a:lvl5pPr>
            <a:lvl6pPr>
              <a:defRPr sz="1650" b="0">
                <a:solidFill>
                  <a:srgbClr val="35594E"/>
                </a:solidFill>
                <a:latin typeface="Arial"/>
                <a:ea typeface="Arial"/>
                <a:cs typeface="Arial"/>
              </a:defRPr>
            </a:lvl6pPr>
            <a:lvl7pPr>
              <a:defRPr sz="1650" b="0">
                <a:solidFill>
                  <a:srgbClr val="35594E"/>
                </a:solidFill>
                <a:latin typeface="Arial"/>
                <a:ea typeface="Arial"/>
                <a:cs typeface="Arial"/>
              </a:defRPr>
            </a:lvl7pPr>
            <a:lvl8pPr>
              <a:defRPr sz="1650" b="0">
                <a:solidFill>
                  <a:srgbClr val="35594E"/>
                </a:solidFill>
                <a:latin typeface="Arial"/>
                <a:ea typeface="Arial"/>
                <a:cs typeface="Arial"/>
              </a:defRPr>
            </a:lvl8pPr>
            <a:lvl9pPr>
              <a:defRPr sz="1650" b="0">
                <a:solidFill>
                  <a:srgbClr val="35594E"/>
                </a:solidFill>
                <a:latin typeface="Arial"/>
                <a:ea typeface="Arial"/>
                <a:cs typeface="Arial"/>
              </a:defRPr>
            </a:lvl9pPr>
          </a:lstStyle>
          <a:p xmlns:a="http://schemas.openxmlformats.org/drawingml/2006/main">
            <a:pPr>
              <a:defRPr sz="1650" b="0">
                <a:solidFill>
                  <a:srgbClr val="35594E"/>
                </a:solidFill>
                <a:latin typeface="Arial"/>
                <a:ea typeface="Arial"/>
                <a:cs typeface="Arial"/>
              </a:defRPr>
            </a:pPr>
            <a:r>
              <a:rPr sz="1650" b="0">
                <a:solidFill>
                  <a:srgbClr val="35594E"/>
                </a:solidFill>
                <a:latin typeface="Arial"/>
                <a:ea typeface="Arial"/>
                <a:cs typeface="Arial"/>
              </a:rPr>
              <a:t>Live context</a:t>
            </a:r>
          </a:p>
        </p:txBody>
      </p:sp>
      <p:sp>
        <p:nvSpPr>
          <p:cNvPr id="14" name="">
            <a:extLst xmlns:a="http://schemas.openxmlformats.org/drawingml/2006/main">
              <a:ext uri="{FF2B5EF4-FFF2-40B4-BE49-F238E27FC236}">
                <a16:creationId xmlns:a16="http://schemas.microsoft.com/office/drawing/2014/main" id="{44CF110F-3692-4FC2-98AC-9BEE13701346}"/>
              </a:ext>
            </a:extLst>
          </p:cNvPr>
          <p:cNvSpPr>
            <a:spLocks xmlns:a="http://schemas.openxmlformats.org/drawingml/2006/main" noGrp="1"/>
          </p:cNvSpPr>
          <p:nvPr/>
        </p:nvSpPr>
        <p:spPr>
          <a:xfrm xmlns:a="http://schemas.openxmlformats.org/drawingml/2006/main">
            <a:off x="723900" y="5857875"/>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35594E"/>
                </a:solidFill>
                <a:latin typeface="Arial"/>
                <a:ea typeface="Arial"/>
                <a:cs typeface="Arial"/>
              </a:defRPr>
            </a:defPPr>
            <a:lvl1pPr>
              <a:defRPr sz="1875" b="0">
                <a:solidFill>
                  <a:srgbClr val="35594E"/>
                </a:solidFill>
                <a:latin typeface="Arial"/>
                <a:ea typeface="Arial"/>
                <a:cs typeface="Arial"/>
              </a:defRPr>
            </a:lvl1pPr>
            <a:lvl2pPr>
              <a:defRPr sz="1875" b="0">
                <a:solidFill>
                  <a:srgbClr val="35594E"/>
                </a:solidFill>
                <a:latin typeface="Arial"/>
                <a:ea typeface="Arial"/>
                <a:cs typeface="Arial"/>
              </a:defRPr>
            </a:lvl2pPr>
            <a:lvl3pPr>
              <a:defRPr sz="1875" b="0">
                <a:solidFill>
                  <a:srgbClr val="35594E"/>
                </a:solidFill>
                <a:latin typeface="Arial"/>
                <a:ea typeface="Arial"/>
                <a:cs typeface="Arial"/>
              </a:defRPr>
            </a:lvl3pPr>
            <a:lvl4pPr>
              <a:defRPr sz="1875" b="0">
                <a:solidFill>
                  <a:srgbClr val="35594E"/>
                </a:solidFill>
                <a:latin typeface="Arial"/>
                <a:ea typeface="Arial"/>
                <a:cs typeface="Arial"/>
              </a:defRPr>
            </a:lvl4pPr>
            <a:lvl5pPr>
              <a:defRPr sz="1875" b="0">
                <a:solidFill>
                  <a:srgbClr val="35594E"/>
                </a:solidFill>
                <a:latin typeface="Arial"/>
                <a:ea typeface="Arial"/>
                <a:cs typeface="Arial"/>
              </a:defRPr>
            </a:lvl5pPr>
            <a:lvl6pPr>
              <a:defRPr sz="1875" b="0">
                <a:solidFill>
                  <a:srgbClr val="35594E"/>
                </a:solidFill>
                <a:latin typeface="Arial"/>
                <a:ea typeface="Arial"/>
                <a:cs typeface="Arial"/>
              </a:defRPr>
            </a:lvl6pPr>
            <a:lvl7pPr>
              <a:defRPr sz="1875" b="0">
                <a:solidFill>
                  <a:srgbClr val="35594E"/>
                </a:solidFill>
                <a:latin typeface="Arial"/>
                <a:ea typeface="Arial"/>
                <a:cs typeface="Arial"/>
              </a:defRPr>
            </a:lvl7pPr>
            <a:lvl8pPr>
              <a:defRPr sz="1875" b="0">
                <a:solidFill>
                  <a:srgbClr val="35594E"/>
                </a:solidFill>
                <a:latin typeface="Arial"/>
                <a:ea typeface="Arial"/>
                <a:cs typeface="Arial"/>
              </a:defRPr>
            </a:lvl8pPr>
            <a:lvl9pPr>
              <a:defRPr sz="1875" b="0">
                <a:solidFill>
                  <a:srgbClr val="35594E"/>
                </a:solidFill>
                <a:latin typeface="Arial"/>
                <a:ea typeface="Arial"/>
                <a:cs typeface="Arial"/>
              </a:defRPr>
            </a:lvl9pPr>
          </a:lstStyle>
          <a:p xmlns:a="http://schemas.openxmlformats.org/drawingml/2006/main">
            <a:pPr>
              <a:defRPr sz="1875" b="0">
                <a:solidFill>
                  <a:srgbClr val="35594E"/>
                </a:solidFill>
                <a:latin typeface="Arial"/>
                <a:ea typeface="Arial"/>
                <a:cs typeface="Arial"/>
              </a:defRPr>
            </a:pPr>
            <a:r>
              <a:rPr sz="1875" b="0">
                <a:solidFill>
                  <a:srgbClr val="35594E"/>
                </a:solidFill>
                <a:latin typeface="Arial"/>
                <a:ea typeface="Arial"/>
                <a:cs typeface="Arial"/>
              </a:rPr>
              <a:t>The active image and selection stay part of the conversation.</a:t>
            </a:r>
          </a:p>
        </p:txBody>
      </p:sp>
    </p:spTree>
    <p:extLst>
      <p:ext uri="{BB962C8B-B14F-4D97-AF65-F5344CB8AC3E}">
        <p14:creationId xmlns:p14="http://schemas.microsoft.com/office/powerpoint/2010/main" val="6764692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C72F416-4744-4052-B4A4-D94288A2E2E3}"/>
              </a:ext>
            </a:extLst>
          </p:cNvPr>
          <p:cNvPicPr>
            <a:picLocks xmlns:a="http://schemas.openxmlformats.org/drawingml/2006/main" noChangeAspect="1"/>
          </p:cNvPicPr>
          <p:nvPr/>
        </p:nvPicPr>
        <p:blipFill>
          <a:blip xmlns:r="http://schemas.openxmlformats.org/officeDocument/2006/relationships" xmlns:a="http://schemas.openxmlformats.org/drawingml/2006/main" r:embed="R1e0418fc59c644a6"/>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C3E7A0-C77B-4A66-9576-685000CE5203}"/>
              </a:ext>
            </a:extLst>
          </p:cNvPr>
          <p:cNvSpPr>
            <a:spLocks xmlns:a="http://schemas.openxmlformats.org/drawingml/2006/main" noGrp="1"/>
          </p:cNvSpPr>
          <p:nvPr/>
        </p:nvSpPr>
        <p:spPr>
          <a:xfrm xmlns:a="http://schemas.openxmlformats.org/drawingml/2006/main">
            <a:off x="685800" y="4572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4F40"/>
                </a:solidFill>
                <a:latin typeface="Arial"/>
                <a:ea typeface="Arial"/>
                <a:cs typeface="Arial"/>
              </a:defRPr>
            </a:defPPr>
            <a:lvl1pPr>
              <a:defRPr sz="2100" b="1">
                <a:solidFill>
                  <a:srgbClr val="184F40"/>
                </a:solidFill>
                <a:latin typeface="Arial"/>
                <a:ea typeface="Arial"/>
                <a:cs typeface="Arial"/>
              </a:defRPr>
            </a:lvl1pPr>
            <a:lvl2pPr>
              <a:defRPr sz="2100" b="1">
                <a:solidFill>
                  <a:srgbClr val="184F40"/>
                </a:solidFill>
                <a:latin typeface="Arial"/>
                <a:ea typeface="Arial"/>
                <a:cs typeface="Arial"/>
              </a:defRPr>
            </a:lvl2pPr>
            <a:lvl3pPr>
              <a:defRPr sz="2100" b="1">
                <a:solidFill>
                  <a:srgbClr val="184F40"/>
                </a:solidFill>
                <a:latin typeface="Arial"/>
                <a:ea typeface="Arial"/>
                <a:cs typeface="Arial"/>
              </a:defRPr>
            </a:lvl3pPr>
            <a:lvl4pPr>
              <a:defRPr sz="2100" b="1">
                <a:solidFill>
                  <a:srgbClr val="184F40"/>
                </a:solidFill>
                <a:latin typeface="Arial"/>
                <a:ea typeface="Arial"/>
                <a:cs typeface="Arial"/>
              </a:defRPr>
            </a:lvl4pPr>
            <a:lvl5pPr>
              <a:defRPr sz="2100" b="1">
                <a:solidFill>
                  <a:srgbClr val="184F40"/>
                </a:solidFill>
                <a:latin typeface="Arial"/>
                <a:ea typeface="Arial"/>
                <a:cs typeface="Arial"/>
              </a:defRPr>
            </a:lvl5pPr>
            <a:lvl6pPr>
              <a:defRPr sz="2100" b="1">
                <a:solidFill>
                  <a:srgbClr val="184F40"/>
                </a:solidFill>
                <a:latin typeface="Arial"/>
                <a:ea typeface="Arial"/>
                <a:cs typeface="Arial"/>
              </a:defRPr>
            </a:lvl6pPr>
            <a:lvl7pPr>
              <a:defRPr sz="2100" b="1">
                <a:solidFill>
                  <a:srgbClr val="184F40"/>
                </a:solidFill>
                <a:latin typeface="Arial"/>
                <a:ea typeface="Arial"/>
                <a:cs typeface="Arial"/>
              </a:defRPr>
            </a:lvl7pPr>
            <a:lvl8pPr>
              <a:defRPr sz="2100" b="1">
                <a:solidFill>
                  <a:srgbClr val="184F40"/>
                </a:solidFill>
                <a:latin typeface="Arial"/>
                <a:ea typeface="Arial"/>
                <a:cs typeface="Arial"/>
              </a:defRPr>
            </a:lvl8pPr>
            <a:lvl9pPr>
              <a:defRPr sz="2100" b="1">
                <a:solidFill>
                  <a:srgbClr val="184F40"/>
                </a:solidFill>
                <a:latin typeface="Arial"/>
                <a:ea typeface="Arial"/>
                <a:cs typeface="Arial"/>
              </a:defRPr>
            </a:lvl9pPr>
          </a:lstStyle>
          <a:p xmlns:a="http://schemas.openxmlformats.org/drawingml/2006/main">
            <a:pPr>
              <a:defRPr sz="2100" b="1">
                <a:solidFill>
                  <a:srgbClr val="184F40"/>
                </a:solidFill>
                <a:latin typeface="Arial"/>
                <a:ea typeface="Arial"/>
                <a:cs typeface="Arial"/>
              </a:defRPr>
            </a:pPr>
            <a:r>
              <a:rPr sz="2100" b="1">
                <a:solidFill>
                  <a:srgbClr val="184F40"/>
                </a:solidFill>
                <a:latin typeface="Arial"/>
                <a:ea typeface="Arial"/>
                <a:cs typeface="Arial"/>
              </a:rPr>
              <a:t>Penny</a:t>
            </a:r>
          </a:p>
        </p:txBody>
      </p:sp>
      <p:sp>
        <p:nvSpPr>
          <p:cNvPr id="3" name="">
            <a:extLst xmlns:a="http://schemas.openxmlformats.org/drawingml/2006/main">
              <a:ext uri="{FF2B5EF4-FFF2-40B4-BE49-F238E27FC236}">
                <a16:creationId xmlns:a16="http://schemas.microsoft.com/office/drawing/2014/main" id="{79EE5592-30B6-43EE-B9DC-8CBEFB0CB670}"/>
              </a:ext>
            </a:extLst>
          </p:cNvPr>
          <p:cNvSpPr>
            <a:spLocks xmlns:a="http://schemas.openxmlformats.org/drawingml/2006/main" noGrp="1"/>
          </p:cNvSpPr>
          <p:nvPr/>
        </p:nvSpPr>
        <p:spPr>
          <a:xfrm xmlns:a="http://schemas.openxmlformats.org/drawingml/2006/main">
            <a:off x="11087100" y="4762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184F40"/>
                </a:solidFill>
                <a:latin typeface="Arial"/>
                <a:ea typeface="Arial"/>
                <a:cs typeface="Arial"/>
              </a:defRPr>
            </a:defPPr>
            <a:lvl1pPr>
              <a:defRPr sz="1350" b="0">
                <a:solidFill>
                  <a:srgbClr val="184F40"/>
                </a:solidFill>
                <a:latin typeface="Arial"/>
                <a:ea typeface="Arial"/>
                <a:cs typeface="Arial"/>
              </a:defRPr>
            </a:lvl1pPr>
            <a:lvl2pPr>
              <a:defRPr sz="1350" b="0">
                <a:solidFill>
                  <a:srgbClr val="184F40"/>
                </a:solidFill>
                <a:latin typeface="Arial"/>
                <a:ea typeface="Arial"/>
                <a:cs typeface="Arial"/>
              </a:defRPr>
            </a:lvl2pPr>
            <a:lvl3pPr>
              <a:defRPr sz="1350" b="0">
                <a:solidFill>
                  <a:srgbClr val="184F40"/>
                </a:solidFill>
                <a:latin typeface="Arial"/>
                <a:ea typeface="Arial"/>
                <a:cs typeface="Arial"/>
              </a:defRPr>
            </a:lvl3pPr>
            <a:lvl4pPr>
              <a:defRPr sz="1350" b="0">
                <a:solidFill>
                  <a:srgbClr val="184F40"/>
                </a:solidFill>
                <a:latin typeface="Arial"/>
                <a:ea typeface="Arial"/>
                <a:cs typeface="Arial"/>
              </a:defRPr>
            </a:lvl4pPr>
            <a:lvl5pPr>
              <a:defRPr sz="1350" b="0">
                <a:solidFill>
                  <a:srgbClr val="184F40"/>
                </a:solidFill>
                <a:latin typeface="Arial"/>
                <a:ea typeface="Arial"/>
                <a:cs typeface="Arial"/>
              </a:defRPr>
            </a:lvl5pPr>
            <a:lvl6pPr>
              <a:defRPr sz="1350" b="0">
                <a:solidFill>
                  <a:srgbClr val="184F40"/>
                </a:solidFill>
                <a:latin typeface="Arial"/>
                <a:ea typeface="Arial"/>
                <a:cs typeface="Arial"/>
              </a:defRPr>
            </a:lvl6pPr>
            <a:lvl7pPr>
              <a:defRPr sz="1350" b="0">
                <a:solidFill>
                  <a:srgbClr val="184F40"/>
                </a:solidFill>
                <a:latin typeface="Arial"/>
                <a:ea typeface="Arial"/>
                <a:cs typeface="Arial"/>
              </a:defRPr>
            </a:lvl7pPr>
            <a:lvl8pPr>
              <a:defRPr sz="1350" b="0">
                <a:solidFill>
                  <a:srgbClr val="184F40"/>
                </a:solidFill>
                <a:latin typeface="Arial"/>
                <a:ea typeface="Arial"/>
                <a:cs typeface="Arial"/>
              </a:defRPr>
            </a:lvl8pPr>
            <a:lvl9pPr>
              <a:defRPr sz="1350" b="0">
                <a:solidFill>
                  <a:srgbClr val="184F40"/>
                </a:solidFill>
                <a:latin typeface="Arial"/>
                <a:ea typeface="Arial"/>
                <a:cs typeface="Arial"/>
              </a:defRPr>
            </a:lvl9pPr>
          </a:lstStyle>
          <a:p xmlns:a="http://schemas.openxmlformats.org/drawingml/2006/main">
            <a:pPr>
              <a:defRPr sz="1350" b="0">
                <a:solidFill>
                  <a:srgbClr val="184F40"/>
                </a:solidFill>
                <a:latin typeface="Arial"/>
                <a:ea typeface="Arial"/>
                <a:cs typeface="Arial"/>
              </a:defRPr>
            </a:pPr>
            <a:r>
              <a:rPr sz="1350" b="0">
                <a:solidFill>
                  <a:srgbClr val="184F4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546009D-8BC2-4B61-8371-313237CAACD9}"/>
              </a:ext>
            </a:extLst>
          </p:cNvPr>
          <p:cNvSpPr>
            <a:spLocks xmlns:a="http://schemas.openxmlformats.org/drawingml/2006/main" noGrp="1"/>
          </p:cNvSpPr>
          <p:nvPr/>
        </p:nvSpPr>
        <p:spPr>
          <a:xfrm xmlns:a="http://schemas.openxmlformats.org/drawingml/2006/main">
            <a:off x="685800" y="13811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850" b="1">
                <a:solidFill>
                  <a:srgbClr val="102B25"/>
                </a:solidFill>
                <a:latin typeface="Arial"/>
                <a:ea typeface="Arial"/>
                <a:cs typeface="Arial"/>
              </a:defRPr>
            </a:defPPr>
            <a:lvl1pPr>
              <a:defRPr sz="5850" b="1">
                <a:solidFill>
                  <a:srgbClr val="102B25"/>
                </a:solidFill>
                <a:latin typeface="Arial"/>
                <a:ea typeface="Arial"/>
                <a:cs typeface="Arial"/>
              </a:defRPr>
            </a:lvl1pPr>
            <a:lvl2pPr>
              <a:defRPr sz="5850" b="1">
                <a:solidFill>
                  <a:srgbClr val="102B25"/>
                </a:solidFill>
                <a:latin typeface="Arial"/>
                <a:ea typeface="Arial"/>
                <a:cs typeface="Arial"/>
              </a:defRPr>
            </a:lvl2pPr>
            <a:lvl3pPr>
              <a:defRPr sz="5850" b="1">
                <a:solidFill>
                  <a:srgbClr val="102B25"/>
                </a:solidFill>
                <a:latin typeface="Arial"/>
                <a:ea typeface="Arial"/>
                <a:cs typeface="Arial"/>
              </a:defRPr>
            </a:lvl3pPr>
            <a:lvl4pPr>
              <a:defRPr sz="5850" b="1">
                <a:solidFill>
                  <a:srgbClr val="102B25"/>
                </a:solidFill>
                <a:latin typeface="Arial"/>
                <a:ea typeface="Arial"/>
                <a:cs typeface="Arial"/>
              </a:defRPr>
            </a:lvl4pPr>
            <a:lvl5pPr>
              <a:defRPr sz="5850" b="1">
                <a:solidFill>
                  <a:srgbClr val="102B25"/>
                </a:solidFill>
                <a:latin typeface="Arial"/>
                <a:ea typeface="Arial"/>
                <a:cs typeface="Arial"/>
              </a:defRPr>
            </a:lvl5pPr>
            <a:lvl6pPr>
              <a:defRPr sz="5850" b="1">
                <a:solidFill>
                  <a:srgbClr val="102B25"/>
                </a:solidFill>
                <a:latin typeface="Arial"/>
                <a:ea typeface="Arial"/>
                <a:cs typeface="Arial"/>
              </a:defRPr>
            </a:lvl6pPr>
            <a:lvl7pPr>
              <a:defRPr sz="5850" b="1">
                <a:solidFill>
                  <a:srgbClr val="102B25"/>
                </a:solidFill>
                <a:latin typeface="Arial"/>
                <a:ea typeface="Arial"/>
                <a:cs typeface="Arial"/>
              </a:defRPr>
            </a:lvl7pPr>
            <a:lvl8pPr>
              <a:defRPr sz="5850" b="1">
                <a:solidFill>
                  <a:srgbClr val="102B25"/>
                </a:solidFill>
                <a:latin typeface="Arial"/>
                <a:ea typeface="Arial"/>
                <a:cs typeface="Arial"/>
              </a:defRPr>
            </a:lvl8pPr>
            <a:lvl9pPr>
              <a:defRPr sz="5850" b="1">
                <a:solidFill>
                  <a:srgbClr val="102B25"/>
                </a:solidFill>
                <a:latin typeface="Arial"/>
                <a:ea typeface="Arial"/>
                <a:cs typeface="Arial"/>
              </a:defRPr>
            </a:lvl9pPr>
          </a:lstStyle>
          <a:p xmlns:a="http://schemas.openxmlformats.org/drawingml/2006/main">
            <a:pPr>
              <a:defRPr sz="5850" b="1">
                <a:solidFill>
                  <a:srgbClr val="102B25"/>
                </a:solidFill>
                <a:latin typeface="Arial"/>
                <a:ea typeface="Arial"/>
                <a:cs typeface="Arial"/>
              </a:defRPr>
            </a:pPr>
            <a:r>
              <a:rPr sz="5850" b="1">
                <a:solidFill>
                  <a:srgbClr val="102B25"/>
                </a:solidFill>
                <a:latin typeface="Arial"/>
                <a:ea typeface="Arial"/>
                <a:cs typeface="Arial"/>
              </a:rPr>
              <a:t>Live demo</a:t>
            </a:r>
          </a:p>
        </p:txBody>
      </p:sp>
      <p:sp>
        <p:nvSpPr>
          <p:cNvPr id="5" name="">
            <a:extLst xmlns:a="http://schemas.openxmlformats.org/drawingml/2006/main">
              <a:ext uri="{FF2B5EF4-FFF2-40B4-BE49-F238E27FC236}">
                <a16:creationId xmlns:a16="http://schemas.microsoft.com/office/drawing/2014/main" id="{9CF8D841-169E-488A-A603-B313F7714D49}"/>
              </a:ext>
            </a:extLst>
          </p:cNvPr>
          <p:cNvSpPr>
            <a:spLocks xmlns:a="http://schemas.openxmlformats.org/drawingml/2006/main" noGrp="1"/>
          </p:cNvSpPr>
          <p:nvPr/>
        </p:nvSpPr>
        <p:spPr>
          <a:xfrm xmlns:a="http://schemas.openxmlformats.org/drawingml/2006/main">
            <a:off x="723900" y="26574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0">
                <a:solidFill>
                  <a:srgbClr val="35594E"/>
                </a:solidFill>
                <a:latin typeface="Arial"/>
                <a:ea typeface="Arial"/>
                <a:cs typeface="Arial"/>
              </a:defRPr>
            </a:defPPr>
            <a:lvl1pPr>
              <a:defRPr sz="2850" b="0">
                <a:solidFill>
                  <a:srgbClr val="35594E"/>
                </a:solidFill>
                <a:latin typeface="Arial"/>
                <a:ea typeface="Arial"/>
                <a:cs typeface="Arial"/>
              </a:defRPr>
            </a:lvl1pPr>
            <a:lvl2pPr>
              <a:defRPr sz="2850" b="0">
                <a:solidFill>
                  <a:srgbClr val="35594E"/>
                </a:solidFill>
                <a:latin typeface="Arial"/>
                <a:ea typeface="Arial"/>
                <a:cs typeface="Arial"/>
              </a:defRPr>
            </a:lvl2pPr>
            <a:lvl3pPr>
              <a:defRPr sz="2850" b="0">
                <a:solidFill>
                  <a:srgbClr val="35594E"/>
                </a:solidFill>
                <a:latin typeface="Arial"/>
                <a:ea typeface="Arial"/>
                <a:cs typeface="Arial"/>
              </a:defRPr>
            </a:lvl3pPr>
            <a:lvl4pPr>
              <a:defRPr sz="2850" b="0">
                <a:solidFill>
                  <a:srgbClr val="35594E"/>
                </a:solidFill>
                <a:latin typeface="Arial"/>
                <a:ea typeface="Arial"/>
                <a:cs typeface="Arial"/>
              </a:defRPr>
            </a:lvl4pPr>
            <a:lvl5pPr>
              <a:defRPr sz="2850" b="0">
                <a:solidFill>
                  <a:srgbClr val="35594E"/>
                </a:solidFill>
                <a:latin typeface="Arial"/>
                <a:ea typeface="Arial"/>
                <a:cs typeface="Arial"/>
              </a:defRPr>
            </a:lvl5pPr>
            <a:lvl6pPr>
              <a:defRPr sz="2850" b="0">
                <a:solidFill>
                  <a:srgbClr val="35594E"/>
                </a:solidFill>
                <a:latin typeface="Arial"/>
                <a:ea typeface="Arial"/>
                <a:cs typeface="Arial"/>
              </a:defRPr>
            </a:lvl6pPr>
            <a:lvl7pPr>
              <a:defRPr sz="2850" b="0">
                <a:solidFill>
                  <a:srgbClr val="35594E"/>
                </a:solidFill>
                <a:latin typeface="Arial"/>
                <a:ea typeface="Arial"/>
                <a:cs typeface="Arial"/>
              </a:defRPr>
            </a:lvl7pPr>
            <a:lvl8pPr>
              <a:defRPr sz="2850" b="0">
                <a:solidFill>
                  <a:srgbClr val="35594E"/>
                </a:solidFill>
                <a:latin typeface="Arial"/>
                <a:ea typeface="Arial"/>
                <a:cs typeface="Arial"/>
              </a:defRPr>
            </a:lvl8pPr>
            <a:lvl9pPr>
              <a:defRPr sz="2850" b="0">
                <a:solidFill>
                  <a:srgbClr val="35594E"/>
                </a:solidFill>
                <a:latin typeface="Arial"/>
                <a:ea typeface="Arial"/>
                <a:cs typeface="Arial"/>
              </a:defRPr>
            </a:lvl9pPr>
          </a:lstStyle>
          <a:p xmlns:a="http://schemas.openxmlformats.org/drawingml/2006/main">
            <a:pPr>
              <a:defRPr sz="2850" b="0">
                <a:solidFill>
                  <a:srgbClr val="35594E"/>
                </a:solidFill>
                <a:latin typeface="Arial"/>
                <a:ea typeface="Arial"/>
                <a:cs typeface="Arial"/>
              </a:defRPr>
            </a:pPr>
            <a:r>
              <a:rPr sz="2850" b="0">
                <a:solidFill>
                  <a:srgbClr val="35594E"/>
                </a:solidFill>
                <a:latin typeface="Arial"/>
                <a:ea typeface="Arial"/>
                <a:cs typeface="Arial"/>
              </a:rPr>
              <a:t>A question, a correction,</a:t>
            </a:r>
          </a:p>
          <a:p xmlns:a="http://schemas.openxmlformats.org/drawingml/2006/main">
            <a:pPr>
              <a:defRPr sz="2850" b="0">
                <a:solidFill>
                  <a:srgbClr val="35594E"/>
                </a:solidFill>
                <a:latin typeface="Arial"/>
                <a:ea typeface="Arial"/>
                <a:cs typeface="Arial"/>
              </a:defRPr>
            </a:pPr>
            <a:r>
              <a:rPr sz="2850" b="0">
                <a:solidFill>
                  <a:srgbClr val="35594E"/>
                </a:solidFill>
                <a:latin typeface="Arial"/>
                <a:ea typeface="Arial"/>
                <a:cs typeface="Arial"/>
              </a:rPr>
              <a:t>then the whole folder.</a:t>
            </a:r>
          </a:p>
        </p:txBody>
      </p:sp>
      <p:sp>
        <p:nvSpPr>
          <p:cNvPr id="6" name="Find nuclei">
            <a:extLst xmlns:a="http://schemas.openxmlformats.org/drawingml/2006/main">
              <a:ext uri="{FF2B5EF4-FFF2-40B4-BE49-F238E27FC236}">
                <a16:creationId xmlns:a16="http://schemas.microsoft.com/office/drawing/2014/main" id="{BFA81D37-C814-4D2A-B2C9-39900A8D84B9}"/>
              </a:ext>
            </a:extLst>
          </p:cNvPr>
          <p:cNvSpPr>
            <a:spLocks xmlns:a="http://schemas.openxmlformats.org/drawingml/2006/main" noGrp="1"/>
          </p:cNvSpPr>
          <p:nvPr/>
        </p:nvSpPr>
        <p:spPr>
          <a:xfrm xmlns:a="http://schemas.openxmlformats.org/drawingml/2006/main">
            <a:off x="723900" y="4524375"/>
            <a:ext cx="2667000" cy="9525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75" b="0">
                <a:solidFill>
                  <a:srgbClr val="164C3C"/>
                </a:solidFill>
                <a:latin typeface="Arial"/>
                <a:ea typeface="Arial"/>
                <a:cs typeface="Arial"/>
              </a:defRPr>
            </a:defPPr>
            <a:lvl1pPr algn="ctr">
              <a:defRPr sz="2175" b="0">
                <a:solidFill>
                  <a:srgbClr val="164C3C"/>
                </a:solidFill>
                <a:latin typeface="Arial"/>
                <a:ea typeface="Arial"/>
                <a:cs typeface="Arial"/>
              </a:defRPr>
            </a:lvl1pPr>
            <a:lvl2pPr algn="ctr">
              <a:defRPr sz="2175" b="0">
                <a:solidFill>
                  <a:srgbClr val="164C3C"/>
                </a:solidFill>
                <a:latin typeface="Arial"/>
                <a:ea typeface="Arial"/>
                <a:cs typeface="Arial"/>
              </a:defRPr>
            </a:lvl2pPr>
            <a:lvl3pPr algn="ctr">
              <a:defRPr sz="2175" b="0">
                <a:solidFill>
                  <a:srgbClr val="164C3C"/>
                </a:solidFill>
                <a:latin typeface="Arial"/>
                <a:ea typeface="Arial"/>
                <a:cs typeface="Arial"/>
              </a:defRPr>
            </a:lvl3pPr>
            <a:lvl4pPr algn="ctr">
              <a:defRPr sz="2175" b="0">
                <a:solidFill>
                  <a:srgbClr val="164C3C"/>
                </a:solidFill>
                <a:latin typeface="Arial"/>
                <a:ea typeface="Arial"/>
                <a:cs typeface="Arial"/>
              </a:defRPr>
            </a:lvl4pPr>
            <a:lvl5pPr algn="ctr">
              <a:defRPr sz="2175" b="0">
                <a:solidFill>
                  <a:srgbClr val="164C3C"/>
                </a:solidFill>
                <a:latin typeface="Arial"/>
                <a:ea typeface="Arial"/>
                <a:cs typeface="Arial"/>
              </a:defRPr>
            </a:lvl5pPr>
            <a:lvl6pPr algn="ctr">
              <a:defRPr sz="2175" b="0">
                <a:solidFill>
                  <a:srgbClr val="164C3C"/>
                </a:solidFill>
                <a:latin typeface="Arial"/>
                <a:ea typeface="Arial"/>
                <a:cs typeface="Arial"/>
              </a:defRPr>
            </a:lvl6pPr>
            <a:lvl7pPr algn="ctr">
              <a:defRPr sz="2175" b="0">
                <a:solidFill>
                  <a:srgbClr val="164C3C"/>
                </a:solidFill>
                <a:latin typeface="Arial"/>
                <a:ea typeface="Arial"/>
                <a:cs typeface="Arial"/>
              </a:defRPr>
            </a:lvl7pPr>
            <a:lvl8pPr algn="ctr">
              <a:defRPr sz="2175" b="0">
                <a:solidFill>
                  <a:srgbClr val="164C3C"/>
                </a:solidFill>
                <a:latin typeface="Arial"/>
                <a:ea typeface="Arial"/>
                <a:cs typeface="Arial"/>
              </a:defRPr>
            </a:lvl8pPr>
            <a:lvl9pPr algn="ctr">
              <a:defRPr sz="2175" b="0">
                <a:solidFill>
                  <a:srgbClr val="164C3C"/>
                </a:solidFill>
                <a:latin typeface="Arial"/>
                <a:ea typeface="Arial"/>
                <a:cs typeface="Arial"/>
              </a:defRPr>
            </a:lvl9pPr>
          </a:lstStyle>
          <a:p xmlns:a="http://schemas.openxmlformats.org/drawingml/2006/main">
            <a:pPr algn="ctr">
              <a:defRPr sz="2175" b="0">
                <a:solidFill>
                  <a:srgbClr val="164C3C"/>
                </a:solidFill>
                <a:latin typeface="Arial"/>
                <a:ea typeface="Arial"/>
                <a:cs typeface="Arial"/>
              </a:defRPr>
            </a:pPr>
            <a:r>
              <a:rPr sz="2175" b="0">
                <a:solidFill>
                  <a:srgbClr val="164C3C"/>
                </a:solidFill>
                <a:latin typeface="Arial"/>
                <a:ea typeface="Arial"/>
                <a:cs typeface="Arial"/>
              </a:rPr>
              <a:t>Find nuclei</a:t>
            </a:r>
          </a:p>
        </p:txBody>
      </p:sp>
      <p:sp>
        <p:nvSpPr>
          <p:cNvPr id="7" name="Separate touching cells">
            <a:extLst xmlns:a="http://schemas.openxmlformats.org/drawingml/2006/main">
              <a:ext uri="{FF2B5EF4-FFF2-40B4-BE49-F238E27FC236}">
                <a16:creationId xmlns:a16="http://schemas.microsoft.com/office/drawing/2014/main" id="{10E943D0-0881-42BD-BF27-89ED26FC7F57}"/>
              </a:ext>
            </a:extLst>
          </p:cNvPr>
          <p:cNvSpPr>
            <a:spLocks xmlns:a="http://schemas.openxmlformats.org/drawingml/2006/main" noGrp="1"/>
          </p:cNvSpPr>
          <p:nvPr/>
        </p:nvSpPr>
        <p:spPr>
          <a:xfrm xmlns:a="http://schemas.openxmlformats.org/drawingml/2006/main">
            <a:off x="4495800" y="4524375"/>
            <a:ext cx="3048000" cy="952500"/>
          </a:xfrm>
          <a:prstGeom xmlns:a="http://schemas.openxmlformats.org/drawingml/2006/main" prst="rect">
            <a:avLst/>
          </a:prstGeom>
          <a:solidFill xmlns:a="http://schemas.openxmlformats.org/drawingml/2006/main">
            <a:srgbClr val="164C3C"/>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Separate</a:t>
            </a:r>
          </a:p>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touching cells</a:t>
            </a:r>
          </a:p>
        </p:txBody>
      </p:sp>
      <p:sp>
        <p:nvSpPr>
          <p:cNvPr id="8" name="Apply to a folder">
            <a:extLst xmlns:a="http://schemas.openxmlformats.org/drawingml/2006/main">
              <a:ext uri="{FF2B5EF4-FFF2-40B4-BE49-F238E27FC236}">
                <a16:creationId xmlns:a16="http://schemas.microsoft.com/office/drawing/2014/main" id="{CB4EC0BE-FF4E-4DBE-98B0-D953D733DE76}"/>
              </a:ext>
            </a:extLst>
          </p:cNvPr>
          <p:cNvSpPr>
            <a:spLocks xmlns:a="http://schemas.openxmlformats.org/drawingml/2006/main" noGrp="1"/>
          </p:cNvSpPr>
          <p:nvPr/>
        </p:nvSpPr>
        <p:spPr>
          <a:xfrm xmlns:a="http://schemas.openxmlformats.org/drawingml/2006/main">
            <a:off x="8648700" y="4524375"/>
            <a:ext cx="2857500" cy="952500"/>
          </a:xfrm>
          <a:prstGeom xmlns:a="http://schemas.openxmlformats.org/drawingml/2006/main" prst="rect">
            <a:avLst/>
          </a:prstGeom>
          <a:solidFill xmlns:a="http://schemas.openxmlformats.org/drawingml/2006/main">
            <a:srgbClr val="FFFFFF">
              <a:alpha val="70000"/>
            </a:srgbClr>
          </a:solidFill>
          <a:ln xmlns:a="http://schemas.openxmlformats.org/drawingml/2006/main" w="17145">
            <a:solidFill>
              <a:srgbClr val="245C4B"/>
            </a:solidFill>
          </a:ln>
        </p:spPr>
        <p:txBody>
          <a:bodyPr xmlns:a="http://schemas.openxmlformats.org/drawingml/2006/main" lIns="95250" tIns="95250" rIns="95250" bIns="95250" anchor="ctr">
            <a:noAutofit/>
          </a:bodyPr>
          <a:lstStyle xmlns:a="http://schemas.openxmlformats.org/drawingml/2006/main">
            <a:defPPr algn="ctr">
              <a:defRPr sz="2100" b="0">
                <a:solidFill>
                  <a:srgbClr val="164C3C"/>
                </a:solidFill>
                <a:latin typeface="Arial"/>
                <a:ea typeface="Arial"/>
                <a:cs typeface="Arial"/>
              </a:defRPr>
            </a:defPPr>
            <a:lvl1pPr algn="ctr">
              <a:defRPr sz="2100" b="0">
                <a:solidFill>
                  <a:srgbClr val="164C3C"/>
                </a:solidFill>
                <a:latin typeface="Arial"/>
                <a:ea typeface="Arial"/>
                <a:cs typeface="Arial"/>
              </a:defRPr>
            </a:lvl1pPr>
            <a:lvl2pPr algn="ctr">
              <a:defRPr sz="2100" b="0">
                <a:solidFill>
                  <a:srgbClr val="164C3C"/>
                </a:solidFill>
                <a:latin typeface="Arial"/>
                <a:ea typeface="Arial"/>
                <a:cs typeface="Arial"/>
              </a:defRPr>
            </a:lvl2pPr>
            <a:lvl3pPr algn="ctr">
              <a:defRPr sz="2100" b="0">
                <a:solidFill>
                  <a:srgbClr val="164C3C"/>
                </a:solidFill>
                <a:latin typeface="Arial"/>
                <a:ea typeface="Arial"/>
                <a:cs typeface="Arial"/>
              </a:defRPr>
            </a:lvl3pPr>
            <a:lvl4pPr algn="ctr">
              <a:defRPr sz="2100" b="0">
                <a:solidFill>
                  <a:srgbClr val="164C3C"/>
                </a:solidFill>
                <a:latin typeface="Arial"/>
                <a:ea typeface="Arial"/>
                <a:cs typeface="Arial"/>
              </a:defRPr>
            </a:lvl4pPr>
            <a:lvl5pPr algn="ctr">
              <a:defRPr sz="2100" b="0">
                <a:solidFill>
                  <a:srgbClr val="164C3C"/>
                </a:solidFill>
                <a:latin typeface="Arial"/>
                <a:ea typeface="Arial"/>
                <a:cs typeface="Arial"/>
              </a:defRPr>
            </a:lvl5pPr>
            <a:lvl6pPr algn="ctr">
              <a:defRPr sz="2100" b="0">
                <a:solidFill>
                  <a:srgbClr val="164C3C"/>
                </a:solidFill>
                <a:latin typeface="Arial"/>
                <a:ea typeface="Arial"/>
                <a:cs typeface="Arial"/>
              </a:defRPr>
            </a:lvl6pPr>
            <a:lvl7pPr algn="ctr">
              <a:defRPr sz="2100" b="0">
                <a:solidFill>
                  <a:srgbClr val="164C3C"/>
                </a:solidFill>
                <a:latin typeface="Arial"/>
                <a:ea typeface="Arial"/>
                <a:cs typeface="Arial"/>
              </a:defRPr>
            </a:lvl7pPr>
            <a:lvl8pPr algn="ctr">
              <a:defRPr sz="2100" b="0">
                <a:solidFill>
                  <a:srgbClr val="164C3C"/>
                </a:solidFill>
                <a:latin typeface="Arial"/>
                <a:ea typeface="Arial"/>
                <a:cs typeface="Arial"/>
              </a:defRPr>
            </a:lvl8pPr>
            <a:lvl9pPr algn="ctr">
              <a:defRPr sz="2100" b="0">
                <a:solidFill>
                  <a:srgbClr val="164C3C"/>
                </a:solidFill>
                <a:latin typeface="Arial"/>
                <a:ea typeface="Arial"/>
                <a:cs typeface="Arial"/>
              </a:defRPr>
            </a:lvl9pPr>
          </a:lstStyle>
          <a:p xmlns:a="http://schemas.openxmlformats.org/drawingml/2006/main">
            <a:pPr algn="ctr">
              <a:defRPr sz="2100" b="0">
                <a:solidFill>
                  <a:srgbClr val="164C3C"/>
                </a:solidFill>
                <a:latin typeface="Arial"/>
                <a:ea typeface="Arial"/>
                <a:cs typeface="Arial"/>
              </a:defRPr>
            </a:pPr>
            <a:r>
              <a:rPr sz="2100" b="0">
                <a:solidFill>
                  <a:srgbClr val="164C3C"/>
                </a:solidFill>
                <a:latin typeface="Arial"/>
                <a:ea typeface="Arial"/>
                <a:cs typeface="Arial"/>
              </a:rPr>
              <a:t>Apply to a folder</a:t>
            </a:r>
          </a:p>
        </p:txBody>
      </p:sp>
      <p:cxnSp>
        <p:nvCxnSpPr>
          <p:cNvPr id="9" name="">
            <a:extLst xmlns:a="http://schemas.openxmlformats.org/drawingml/2006/main">
              <a:ext uri="{FF2B5EF4-FFF2-40B4-BE49-F238E27FC236}">
                <a16:creationId xmlns:a16="http://schemas.microsoft.com/office/drawing/2014/main" id="{2F9A7991-1A52-41C4-8DE5-1CF429EDB508}"/>
              </a:ext>
            </a:extLst>
          </p:cNvPr>
          <p:cNvCxnSpPr>
            <a:stCxn xmlns:a="http://schemas.openxmlformats.org/drawingml/2006/main" id="6" idx="3"/>
            <a:endCxn xmlns:a="http://schemas.openxmlformats.org/drawingml/2006/main" id="7" idx="1"/>
          </p:cNvCxnSpPr>
          <p:nvPr/>
        </p:nvCxnSpPr>
        <p:spPr>
          <a:xfrm xmlns:a="http://schemas.openxmlformats.org/drawingml/2006/main">
            <a:off x="3390900" y="5000625"/>
            <a:ext cx="1104900" cy="0"/>
          </a:xfrm>
          <a:prstGeom xmlns:a="http://schemas.openxmlformats.org/drawingml/2006/main" prst="straightConnector1">
            <a:avLst/>
          </a:prstGeom>
          <a:ln xmlns:a="http://schemas.openxmlformats.org/drawingml/2006/main" w="19050">
            <a:solidFill>
              <a:srgbClr val="245C4B"/>
            </a:solidFill>
            <a:tailEnd type="triangle" w="sm" len="sm"/>
          </a:ln>
        </p:spPr>
      </p:cxnSp>
      <p:cxnSp>
        <p:nvCxnSpPr>
          <p:cNvPr id="10" name="">
            <a:extLst xmlns:a="http://schemas.openxmlformats.org/drawingml/2006/main">
              <a:ext uri="{FF2B5EF4-FFF2-40B4-BE49-F238E27FC236}">
                <a16:creationId xmlns:a16="http://schemas.microsoft.com/office/drawing/2014/main" id="{93C4C925-6409-45CA-B1B7-E319BC2050AB}"/>
              </a:ext>
            </a:extLst>
          </p:cNvPr>
          <p:cNvCxnSpPr>
            <a:stCxn xmlns:a="http://schemas.openxmlformats.org/drawingml/2006/main" id="7" idx="3"/>
            <a:endCxn xmlns:a="http://schemas.openxmlformats.org/drawingml/2006/main" id="8" idx="1"/>
          </p:cNvCxnSpPr>
          <p:nvPr/>
        </p:nvCxnSpPr>
        <p:spPr>
          <a:xfrm xmlns:a="http://schemas.openxmlformats.org/drawingml/2006/main">
            <a:off x="7543800" y="5000625"/>
            <a:ext cx="1104900" cy="0"/>
          </a:xfrm>
          <a:prstGeom xmlns:a="http://schemas.openxmlformats.org/drawingml/2006/main" prst="straightConnector1">
            <a:avLst/>
          </a:prstGeom>
          <a:ln xmlns:a="http://schemas.openxmlformats.org/drawingml/2006/main" w="19050">
            <a:solidFill>
              <a:srgbClr val="245C4B"/>
            </a:solidFill>
            <a:tailEnd type="triangle" w="sm" len="sm"/>
          </a:ln>
        </p:spPr>
      </p:cxnSp>
      <p:sp>
        <p:nvSpPr>
          <p:cNvPr id="11" name="">
            <a:extLst xmlns:a="http://schemas.openxmlformats.org/drawingml/2006/main">
              <a:ext uri="{FF2B5EF4-FFF2-40B4-BE49-F238E27FC236}">
                <a16:creationId xmlns:a16="http://schemas.microsoft.com/office/drawing/2014/main" id="{C0A7A5CC-6284-4071-860B-94B0A16B0DC1}"/>
              </a:ext>
            </a:extLst>
          </p:cNvPr>
          <p:cNvSpPr>
            <a:spLocks xmlns:a="http://schemas.openxmlformats.org/drawingml/2006/main" noGrp="1"/>
          </p:cNvSpPr>
          <p:nvPr/>
        </p:nvSpPr>
        <p:spPr>
          <a:xfrm xmlns:a="http://schemas.openxmlformats.org/drawingml/2006/main">
            <a:off x="723900" y="5943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184F40"/>
                </a:solidFill>
                <a:latin typeface="Arial"/>
                <a:ea typeface="Arial"/>
                <a:cs typeface="Arial"/>
              </a:defRPr>
            </a:defPPr>
            <a:lvl1pPr>
              <a:defRPr sz="1875" b="0">
                <a:solidFill>
                  <a:srgbClr val="184F40"/>
                </a:solidFill>
                <a:latin typeface="Arial"/>
                <a:ea typeface="Arial"/>
                <a:cs typeface="Arial"/>
              </a:defRPr>
            </a:lvl1pPr>
            <a:lvl2pPr>
              <a:defRPr sz="1875" b="0">
                <a:solidFill>
                  <a:srgbClr val="184F40"/>
                </a:solidFill>
                <a:latin typeface="Arial"/>
                <a:ea typeface="Arial"/>
                <a:cs typeface="Arial"/>
              </a:defRPr>
            </a:lvl2pPr>
            <a:lvl3pPr>
              <a:defRPr sz="1875" b="0">
                <a:solidFill>
                  <a:srgbClr val="184F40"/>
                </a:solidFill>
                <a:latin typeface="Arial"/>
                <a:ea typeface="Arial"/>
                <a:cs typeface="Arial"/>
              </a:defRPr>
            </a:lvl3pPr>
            <a:lvl4pPr>
              <a:defRPr sz="1875" b="0">
                <a:solidFill>
                  <a:srgbClr val="184F40"/>
                </a:solidFill>
                <a:latin typeface="Arial"/>
                <a:ea typeface="Arial"/>
                <a:cs typeface="Arial"/>
              </a:defRPr>
            </a:lvl4pPr>
            <a:lvl5pPr>
              <a:defRPr sz="1875" b="0">
                <a:solidFill>
                  <a:srgbClr val="184F40"/>
                </a:solidFill>
                <a:latin typeface="Arial"/>
                <a:ea typeface="Arial"/>
                <a:cs typeface="Arial"/>
              </a:defRPr>
            </a:lvl5pPr>
            <a:lvl6pPr>
              <a:defRPr sz="1875" b="0">
                <a:solidFill>
                  <a:srgbClr val="184F40"/>
                </a:solidFill>
                <a:latin typeface="Arial"/>
                <a:ea typeface="Arial"/>
                <a:cs typeface="Arial"/>
              </a:defRPr>
            </a:lvl6pPr>
            <a:lvl7pPr>
              <a:defRPr sz="1875" b="0">
                <a:solidFill>
                  <a:srgbClr val="184F40"/>
                </a:solidFill>
                <a:latin typeface="Arial"/>
                <a:ea typeface="Arial"/>
                <a:cs typeface="Arial"/>
              </a:defRPr>
            </a:lvl7pPr>
            <a:lvl8pPr>
              <a:defRPr sz="1875" b="0">
                <a:solidFill>
                  <a:srgbClr val="184F40"/>
                </a:solidFill>
                <a:latin typeface="Arial"/>
                <a:ea typeface="Arial"/>
                <a:cs typeface="Arial"/>
              </a:defRPr>
            </a:lvl8pPr>
            <a:lvl9pPr>
              <a:defRPr sz="1875" b="0">
                <a:solidFill>
                  <a:srgbClr val="184F40"/>
                </a:solidFill>
                <a:latin typeface="Arial"/>
                <a:ea typeface="Arial"/>
                <a:cs typeface="Arial"/>
              </a:defRPr>
            </a:lvl9pPr>
          </a:lstStyle>
          <a:p xmlns:a="http://schemas.openxmlformats.org/drawingml/2006/main">
            <a:pPr>
              <a:defRPr sz="1875" b="0">
                <a:solidFill>
                  <a:srgbClr val="184F40"/>
                </a:solidFill>
                <a:latin typeface="Arial"/>
                <a:ea typeface="Arial"/>
                <a:cs typeface="Arial"/>
              </a:defRPr>
            </a:pPr>
            <a:r>
              <a:rPr sz="1875" b="0">
                <a:solidFill>
                  <a:srgbClr val="184F40"/>
                </a:solidFill>
                <a:latin typeface="Arial"/>
                <a:ea typeface="Arial"/>
                <a:cs typeface="Arial"/>
              </a:rPr>
              <a:t>Fiji stays on screen throughout.</a:t>
            </a:r>
          </a:p>
        </p:txBody>
      </p:sp>
    </p:spTree>
    <p:extLst>
      <p:ext uri="{BB962C8B-B14F-4D97-AF65-F5344CB8AC3E}">
        <p14:creationId xmlns:p14="http://schemas.microsoft.com/office/powerpoint/2010/main" val="1754576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2026-10-17T19:16:49.0090000Z</dcterms:created>
  <dcterms:modified xsi:type="dcterms:W3CDTF">2026-10-17T19:16:49.0090000Z</dcterms:modified>
</coreProperties>
</file>